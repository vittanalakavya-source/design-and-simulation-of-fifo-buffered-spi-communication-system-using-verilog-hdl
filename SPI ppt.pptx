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64" r:id="rId1"/>
    <p:sldMasterId id="2147483789" r:id="rId2"/>
    <p:sldMasterId id="2147483776" r:id="rId3"/>
  </p:sldMasterIdLst>
  <p:notesMasterIdLst>
    <p:notesMasterId r:id="rId16"/>
  </p:notesMasterIdLst>
  <p:sldIdLst>
    <p:sldId id="257" r:id="rId4"/>
    <p:sldId id="604" r:id="rId5"/>
    <p:sldId id="621" r:id="rId6"/>
    <p:sldId id="622" r:id="rId7"/>
    <p:sldId id="624" r:id="rId8"/>
    <p:sldId id="630" r:id="rId9"/>
    <p:sldId id="625" r:id="rId10"/>
    <p:sldId id="629" r:id="rId11"/>
    <p:sldId id="626" r:id="rId12"/>
    <p:sldId id="627" r:id="rId13"/>
    <p:sldId id="628" r:id="rId14"/>
    <p:sldId id="62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66"/>
    <a:srgbClr val="D60093"/>
    <a:srgbClr val="70E703"/>
    <a:srgbClr val="FFCCFF"/>
    <a:srgbClr val="FF9900"/>
    <a:srgbClr val="00FFFF"/>
    <a:srgbClr val="FF66CC"/>
    <a:srgbClr val="FF3399"/>
    <a:srgbClr val="99FFCC"/>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04" autoAdjust="0"/>
    <p:restoredTop sz="94624" autoAdjust="0"/>
  </p:normalViewPr>
  <p:slideViewPr>
    <p:cSldViewPr snapToGrid="0" showGuides="1">
      <p:cViewPr varScale="1">
        <p:scale>
          <a:sx n="75" d="100"/>
          <a:sy n="75" d="100"/>
        </p:scale>
        <p:origin x="878" y="3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4555"/>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C2491EC-27D0-4B93-96FA-E0F2A167DF0B}" type="datetimeFigureOut">
              <a:rPr lang="en-US" smtClean="0"/>
              <a:pPr/>
              <a:t>4/9/2026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2A58BD4-37BA-49B3-A4B2-F8F69EECEA8C}" type="slidenum">
              <a:rPr lang="en-US" smtClean="0"/>
              <a:pPr/>
              <a:t>‹#›</a:t>
            </a:fld>
            <a:endParaRPr lang="en-US"/>
          </a:p>
        </p:txBody>
      </p:sp>
    </p:spTree>
    <p:extLst>
      <p:ext uri="{BB962C8B-B14F-4D97-AF65-F5344CB8AC3E}">
        <p14:creationId xmlns:p14="http://schemas.microsoft.com/office/powerpoint/2010/main" val="3928049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2A58BD4-37BA-49B3-A4B2-F8F69EECEA8C}"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8E6574F-7CDE-430C-96CF-6B1140D3A5E1}" type="datetime1">
              <a:rPr lang="en-US" smtClean="0"/>
              <a:pPr/>
              <a:t>4/9/2026</a:t>
            </a:fld>
            <a:endParaRPr lang="en-US"/>
          </a:p>
        </p:txBody>
      </p:sp>
      <p:sp>
        <p:nvSpPr>
          <p:cNvPr id="5" name="Footer Placeholder 4"/>
          <p:cNvSpPr>
            <a:spLocks noGrp="1"/>
          </p:cNvSpPr>
          <p:nvPr>
            <p:ph type="ftr" sz="quarter" idx="11"/>
          </p:nvPr>
        </p:nvSpPr>
        <p:spPr/>
        <p:txBody>
          <a:bodyPr/>
          <a:lstStyle/>
          <a:p>
            <a:r>
              <a:rPr lang="en-US"/>
              <a:t>Project Review - ECE Department</a:t>
            </a:r>
          </a:p>
        </p:txBody>
      </p:sp>
      <p:sp>
        <p:nvSpPr>
          <p:cNvPr id="6" name="Slide Number Placeholder 5"/>
          <p:cNvSpPr>
            <a:spLocks noGrp="1"/>
          </p:cNvSpPr>
          <p:nvPr>
            <p:ph type="sldNum" sz="quarter" idx="12"/>
          </p:nvPr>
        </p:nvSpPr>
        <p:spPr/>
        <p:txBody>
          <a:bodyPr/>
          <a:lstStyle/>
          <a:p>
            <a:fld id="{AC9A6755-22B1-5345-8A1C-6EABA9823412}"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39014F1-D19D-4E52-A224-D0BDFF77CAC0}" type="datetime1">
              <a:rPr lang="en-US" smtClean="0"/>
              <a:pPr/>
              <a:t>4/9/2026</a:t>
            </a:fld>
            <a:endParaRPr lang="en-US"/>
          </a:p>
        </p:txBody>
      </p:sp>
      <p:sp>
        <p:nvSpPr>
          <p:cNvPr id="5" name="Footer Placeholder 4"/>
          <p:cNvSpPr>
            <a:spLocks noGrp="1"/>
          </p:cNvSpPr>
          <p:nvPr>
            <p:ph type="ftr" sz="quarter" idx="11"/>
          </p:nvPr>
        </p:nvSpPr>
        <p:spPr/>
        <p:txBody>
          <a:bodyPr/>
          <a:lstStyle/>
          <a:p>
            <a:r>
              <a:rPr lang="en-US"/>
              <a:t>Project Review - ECE Department</a:t>
            </a:r>
          </a:p>
        </p:txBody>
      </p:sp>
      <p:sp>
        <p:nvSpPr>
          <p:cNvPr id="6" name="Slide Number Placeholder 5"/>
          <p:cNvSpPr>
            <a:spLocks noGrp="1"/>
          </p:cNvSpPr>
          <p:nvPr>
            <p:ph type="sldNum" sz="quarter" idx="12"/>
          </p:nvPr>
        </p:nvSpPr>
        <p:spPr/>
        <p:txBody>
          <a:bodyPr/>
          <a:lstStyle/>
          <a:p>
            <a:fld id="{AC9A6755-22B1-5345-8A1C-6EABA9823412}" type="slidenum">
              <a:rPr lang="en-US" smtClean="0"/>
              <a:pPr/>
              <a:t>‹#›</a:t>
            </a:fld>
            <a:endParaRPr lang="en-US"/>
          </a:p>
        </p:txBody>
      </p:sp>
      <p:pic>
        <p:nvPicPr>
          <p:cNvPr id="2050" name="Picture 2"/>
          <p:cNvPicPr>
            <a:picLocks noChangeAspect="1" noChangeArrowheads="1"/>
          </p:cNvPicPr>
          <p:nvPr userDrawn="1"/>
        </p:nvPicPr>
        <p:blipFill>
          <a:blip r:embed="rId2"/>
          <a:srcRect/>
          <a:stretch>
            <a:fillRect/>
          </a:stretch>
        </p:blipFill>
        <p:spPr bwMode="auto">
          <a:xfrm>
            <a:off x="0" y="0"/>
            <a:ext cx="12211050" cy="6877050"/>
          </a:xfrm>
          <a:prstGeom prst="rect">
            <a:avLst/>
          </a:prstGeom>
          <a:noFill/>
          <a:ln w="9525">
            <a:noFill/>
            <a:miter lim="800000"/>
            <a:headEnd/>
            <a:tailEnd/>
          </a:ln>
          <a:effectLst/>
        </p:spPr>
      </p:pic>
      <p:pic>
        <p:nvPicPr>
          <p:cNvPr id="8" name="Content Placeholder 10" descr="header.png"/>
          <p:cNvPicPr>
            <a:picLocks noChangeAspect="1"/>
          </p:cNvPicPr>
          <p:nvPr userDrawn="1"/>
        </p:nvPicPr>
        <p:blipFill>
          <a:blip r:embed="rId3"/>
          <a:stretch>
            <a:fillRect/>
          </a:stretch>
        </p:blipFill>
        <p:spPr>
          <a:xfrm>
            <a:off x="341300" y="0"/>
            <a:ext cx="11335657" cy="1555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1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E453EF-BC91-4EF3-81C3-0BA7A156D971}" type="datetime1">
              <a:rPr lang="en-US" smtClean="0"/>
              <a:pPr/>
              <a:t>4/9/2026</a:t>
            </a:fld>
            <a:endParaRPr lang="en-US"/>
          </a:p>
        </p:txBody>
      </p:sp>
      <p:sp>
        <p:nvSpPr>
          <p:cNvPr id="5" name="Footer Placeholder 4"/>
          <p:cNvSpPr>
            <a:spLocks noGrp="1"/>
          </p:cNvSpPr>
          <p:nvPr>
            <p:ph type="ftr" sz="quarter" idx="11"/>
          </p:nvPr>
        </p:nvSpPr>
        <p:spPr/>
        <p:txBody>
          <a:bodyPr/>
          <a:lstStyle/>
          <a:p>
            <a:r>
              <a:rPr lang="en-US"/>
              <a:t>Project Review - ECE Department</a:t>
            </a:r>
            <a:endParaRPr lang="en-US" dirty="0"/>
          </a:p>
        </p:txBody>
      </p:sp>
      <p:sp>
        <p:nvSpPr>
          <p:cNvPr id="6" name="Slide Number Placeholder 5"/>
          <p:cNvSpPr>
            <a:spLocks noGrp="1"/>
          </p:cNvSpPr>
          <p:nvPr>
            <p:ph type="sldNum" sz="quarter" idx="12"/>
          </p:nvPr>
        </p:nvSpPr>
        <p:spPr/>
        <p:txBody>
          <a:bodyPr/>
          <a:lstStyle/>
          <a:p>
            <a:fld id="{AC9A6755-22B1-5345-8A1C-6EABA9823412}"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1600206"/>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8229600" y="1600206"/>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F8DBFD0-7028-4B18-A767-B02E12270F78}" type="datetime1">
              <a:rPr lang="en-US" smtClean="0"/>
              <a:pPr/>
              <a:t>4/9/2026</a:t>
            </a:fld>
            <a:endParaRPr lang="en-US"/>
          </a:p>
        </p:txBody>
      </p:sp>
      <p:sp>
        <p:nvSpPr>
          <p:cNvPr id="6" name="Footer Placeholder 5"/>
          <p:cNvSpPr>
            <a:spLocks noGrp="1"/>
          </p:cNvSpPr>
          <p:nvPr>
            <p:ph type="ftr" sz="quarter" idx="11"/>
          </p:nvPr>
        </p:nvSpPr>
        <p:spPr/>
        <p:txBody>
          <a:bodyPr/>
          <a:lstStyle/>
          <a:p>
            <a:r>
              <a:rPr lang="en-US"/>
              <a:t>Project Review - ECE Department</a:t>
            </a:r>
            <a:endParaRPr lang="en-US" dirty="0"/>
          </a:p>
        </p:txBody>
      </p:sp>
      <p:sp>
        <p:nvSpPr>
          <p:cNvPr id="7" name="Slide Number Placeholder 6"/>
          <p:cNvSpPr>
            <a:spLocks noGrp="1"/>
          </p:cNvSpPr>
          <p:nvPr>
            <p:ph type="sldNum" sz="quarter" idx="12"/>
          </p:nvPr>
        </p:nvSpPr>
        <p:spPr/>
        <p:txBody>
          <a:bodyPr/>
          <a:lstStyle/>
          <a:p>
            <a:fld id="{AC9A6755-22B1-5345-8A1C-6EABA9823412}"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4"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4"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2582B00-727D-4AFE-9017-B992FF951124}" type="datetime1">
              <a:rPr lang="en-US" smtClean="0"/>
              <a:pPr/>
              <a:t>4/9/2026</a:t>
            </a:fld>
            <a:endParaRPr lang="en-US"/>
          </a:p>
        </p:txBody>
      </p:sp>
      <p:sp>
        <p:nvSpPr>
          <p:cNvPr id="8" name="Footer Placeholder 7"/>
          <p:cNvSpPr>
            <a:spLocks noGrp="1"/>
          </p:cNvSpPr>
          <p:nvPr>
            <p:ph type="ftr" sz="quarter" idx="11"/>
          </p:nvPr>
        </p:nvSpPr>
        <p:spPr/>
        <p:txBody>
          <a:bodyPr/>
          <a:lstStyle/>
          <a:p>
            <a:r>
              <a:rPr lang="en-US"/>
              <a:t>Project Review - ECE Department</a:t>
            </a:r>
            <a:endParaRPr lang="en-US" dirty="0"/>
          </a:p>
        </p:txBody>
      </p:sp>
      <p:sp>
        <p:nvSpPr>
          <p:cNvPr id="9" name="Slide Number Placeholder 8"/>
          <p:cNvSpPr>
            <a:spLocks noGrp="1"/>
          </p:cNvSpPr>
          <p:nvPr>
            <p:ph type="sldNum" sz="quarter" idx="12"/>
          </p:nvPr>
        </p:nvSpPr>
        <p:spPr/>
        <p:txBody>
          <a:bodyPr/>
          <a:lstStyle/>
          <a:p>
            <a:fld id="{AC9A6755-22B1-5345-8A1C-6EABA9823412}"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9CCD5B5-7E63-41F0-9CD9-9E553C81821D}" type="datetime1">
              <a:rPr lang="en-US" smtClean="0"/>
              <a:pPr/>
              <a:t>4/9/2026</a:t>
            </a:fld>
            <a:endParaRPr lang="en-US"/>
          </a:p>
        </p:txBody>
      </p:sp>
      <p:sp>
        <p:nvSpPr>
          <p:cNvPr id="4" name="Footer Placeholder 3"/>
          <p:cNvSpPr>
            <a:spLocks noGrp="1"/>
          </p:cNvSpPr>
          <p:nvPr>
            <p:ph type="ftr" sz="quarter" idx="11"/>
          </p:nvPr>
        </p:nvSpPr>
        <p:spPr/>
        <p:txBody>
          <a:bodyPr/>
          <a:lstStyle/>
          <a:p>
            <a:r>
              <a:rPr lang="en-US"/>
              <a:t>Project Review - ECE Department</a:t>
            </a:r>
            <a:endParaRPr lang="en-US" dirty="0"/>
          </a:p>
        </p:txBody>
      </p:sp>
      <p:sp>
        <p:nvSpPr>
          <p:cNvPr id="5" name="Slide Number Placeholder 4"/>
          <p:cNvSpPr>
            <a:spLocks noGrp="1"/>
          </p:cNvSpPr>
          <p:nvPr>
            <p:ph type="sldNum" sz="quarter" idx="12"/>
          </p:nvPr>
        </p:nvSpPr>
        <p:spPr/>
        <p:txBody>
          <a:bodyPr/>
          <a:lstStyle/>
          <a:p>
            <a:fld id="{AC9A6755-22B1-5345-8A1C-6EABA9823412}"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408D15-152D-4D23-ADB6-39F424D61CC2}" type="datetime1">
              <a:rPr lang="en-US" smtClean="0"/>
              <a:pPr/>
              <a:t>4/9/2026</a:t>
            </a:fld>
            <a:endParaRPr lang="en-US"/>
          </a:p>
        </p:txBody>
      </p:sp>
      <p:sp>
        <p:nvSpPr>
          <p:cNvPr id="3" name="Footer Placeholder 2"/>
          <p:cNvSpPr>
            <a:spLocks noGrp="1"/>
          </p:cNvSpPr>
          <p:nvPr>
            <p:ph type="ftr" sz="quarter" idx="11"/>
          </p:nvPr>
        </p:nvSpPr>
        <p:spPr/>
        <p:txBody>
          <a:bodyPr/>
          <a:lstStyle/>
          <a:p>
            <a:r>
              <a:rPr lang="en-US"/>
              <a:t>Project Review - ECE Department</a:t>
            </a:r>
          </a:p>
        </p:txBody>
      </p:sp>
      <p:sp>
        <p:nvSpPr>
          <p:cNvPr id="4" name="Slide Number Placeholder 3"/>
          <p:cNvSpPr>
            <a:spLocks noGrp="1"/>
          </p:cNvSpPr>
          <p:nvPr>
            <p:ph type="sldNum" sz="quarter" idx="12"/>
          </p:nvPr>
        </p:nvSpPr>
        <p:spPr/>
        <p:txBody>
          <a:bodyPr/>
          <a:lstStyle/>
          <a:p>
            <a:fld id="{AC9A6755-22B1-5345-8A1C-6EABA9823412}" type="slidenum">
              <a:rPr lang="en-US" smtClean="0"/>
              <a:pPr/>
              <a:t>‹#›</a:t>
            </a:fld>
            <a:endParaRPr lang="en-US"/>
          </a:p>
        </p:txBody>
      </p:sp>
      <p:pic>
        <p:nvPicPr>
          <p:cNvPr id="5" name="Picture 4" descr="A picture containing background pattern&#10;&#10;Description automatically generated">
            <a:extLst>
              <a:ext uri="{FF2B5EF4-FFF2-40B4-BE49-F238E27FC236}">
                <a16:creationId xmlns:a16="http://schemas.microsoft.com/office/drawing/2014/main" id="{832E41DD-B336-684E-A941-2AA1B158AD72}"/>
              </a:ext>
            </a:extLst>
          </p:cNvPr>
          <p:cNvPicPr>
            <a:picLocks noChangeAspect="1"/>
          </p:cNvPicPr>
          <p:nvPr userDrawn="1"/>
        </p:nvPicPr>
        <p:blipFill>
          <a:blip r:embed="rId2"/>
          <a:srcRect t="7597" r="3877"/>
          <a:stretch>
            <a:fillRect/>
          </a:stretch>
        </p:blipFill>
        <p:spPr>
          <a:xfrm>
            <a:off x="2466" y="1"/>
            <a:ext cx="12189535" cy="68580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6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95ED0BC-F6FC-4E3F-8E9B-CCDD95833BBB}" type="datetime1">
              <a:rPr lang="en-US" smtClean="0"/>
              <a:pPr/>
              <a:t>4/9/2026</a:t>
            </a:fld>
            <a:endParaRPr lang="en-US"/>
          </a:p>
        </p:txBody>
      </p:sp>
      <p:sp>
        <p:nvSpPr>
          <p:cNvPr id="6" name="Footer Placeholder 5"/>
          <p:cNvSpPr>
            <a:spLocks noGrp="1"/>
          </p:cNvSpPr>
          <p:nvPr>
            <p:ph type="ftr" sz="quarter" idx="11"/>
          </p:nvPr>
        </p:nvSpPr>
        <p:spPr/>
        <p:txBody>
          <a:bodyPr/>
          <a:lstStyle/>
          <a:p>
            <a:r>
              <a:rPr lang="en-US"/>
              <a:t>Project Review - ECE Department</a:t>
            </a:r>
            <a:endParaRPr lang="en-US" dirty="0"/>
          </a:p>
        </p:txBody>
      </p:sp>
      <p:sp>
        <p:nvSpPr>
          <p:cNvPr id="7" name="Slide Number Placeholder 6"/>
          <p:cNvSpPr>
            <a:spLocks noGrp="1"/>
          </p:cNvSpPr>
          <p:nvPr>
            <p:ph type="sldNum" sz="quarter" idx="12"/>
          </p:nvPr>
        </p:nvSpPr>
        <p:spPr/>
        <p:txBody>
          <a:bodyPr/>
          <a:lstStyle/>
          <a:p>
            <a:fld id="{AC9A6755-22B1-5345-8A1C-6EABA9823412}"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BB05E28-5B29-4285-9C55-C2C41E968BA6}" type="datetime1">
              <a:rPr lang="en-US" smtClean="0"/>
              <a:pPr/>
              <a:t>4/9/2026</a:t>
            </a:fld>
            <a:endParaRPr lang="en-US"/>
          </a:p>
        </p:txBody>
      </p:sp>
      <p:sp>
        <p:nvSpPr>
          <p:cNvPr id="6" name="Footer Placeholder 5"/>
          <p:cNvSpPr>
            <a:spLocks noGrp="1"/>
          </p:cNvSpPr>
          <p:nvPr>
            <p:ph type="ftr" sz="quarter" idx="11"/>
          </p:nvPr>
        </p:nvSpPr>
        <p:spPr/>
        <p:txBody>
          <a:bodyPr/>
          <a:lstStyle/>
          <a:p>
            <a:r>
              <a:rPr lang="en-US"/>
              <a:t>Project Review - ECE Department</a:t>
            </a:r>
            <a:endParaRPr lang="en-US" dirty="0"/>
          </a:p>
        </p:txBody>
      </p:sp>
      <p:sp>
        <p:nvSpPr>
          <p:cNvPr id="7" name="Slide Number Placeholder 6"/>
          <p:cNvSpPr>
            <a:spLocks noGrp="1"/>
          </p:cNvSpPr>
          <p:nvPr>
            <p:ph type="sldNum" sz="quarter" idx="12"/>
          </p:nvPr>
        </p:nvSpPr>
        <p:spPr/>
        <p:txBody>
          <a:bodyPr/>
          <a:lstStyle/>
          <a:p>
            <a:fld id="{AC9A6755-22B1-5345-8A1C-6EABA9823412}"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575A8D3-D9D2-42F8-A335-72AD5477E24A}" type="datetime1">
              <a:rPr lang="en-US" smtClean="0"/>
              <a:pPr/>
              <a:t>4/9/2026</a:t>
            </a:fld>
            <a:endParaRPr lang="en-US"/>
          </a:p>
        </p:txBody>
      </p:sp>
      <p:sp>
        <p:nvSpPr>
          <p:cNvPr id="5" name="Footer Placeholder 4"/>
          <p:cNvSpPr>
            <a:spLocks noGrp="1"/>
          </p:cNvSpPr>
          <p:nvPr>
            <p:ph type="ftr" sz="quarter" idx="11"/>
          </p:nvPr>
        </p:nvSpPr>
        <p:spPr/>
        <p:txBody>
          <a:bodyPr/>
          <a:lstStyle/>
          <a:p>
            <a:r>
              <a:rPr lang="en-US"/>
              <a:t>Project Review - ECE Department</a:t>
            </a:r>
            <a:endParaRPr lang="en-US" dirty="0"/>
          </a:p>
        </p:txBody>
      </p:sp>
      <p:sp>
        <p:nvSpPr>
          <p:cNvPr id="6" name="Slide Number Placeholder 5"/>
          <p:cNvSpPr>
            <a:spLocks noGrp="1"/>
          </p:cNvSpPr>
          <p:nvPr>
            <p:ph type="sldNum" sz="quarter" idx="12"/>
          </p:nvPr>
        </p:nvSpPr>
        <p:spPr/>
        <p:txBody>
          <a:bodyPr/>
          <a:lstStyle/>
          <a:p>
            <a:fld id="{AC9A6755-22B1-5345-8A1C-6EABA9823412}"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274649"/>
            <a:ext cx="36576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274649"/>
            <a:ext cx="10769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799561-E6F7-43D1-95B8-6CC265F2B651}" type="datetime1">
              <a:rPr lang="en-US" smtClean="0"/>
              <a:pPr/>
              <a:t>4/9/2026</a:t>
            </a:fld>
            <a:endParaRPr lang="en-US"/>
          </a:p>
        </p:txBody>
      </p:sp>
      <p:sp>
        <p:nvSpPr>
          <p:cNvPr id="5" name="Footer Placeholder 4"/>
          <p:cNvSpPr>
            <a:spLocks noGrp="1"/>
          </p:cNvSpPr>
          <p:nvPr>
            <p:ph type="ftr" sz="quarter" idx="11"/>
          </p:nvPr>
        </p:nvSpPr>
        <p:spPr/>
        <p:txBody>
          <a:bodyPr/>
          <a:lstStyle/>
          <a:p>
            <a:r>
              <a:rPr lang="en-US"/>
              <a:t>Project Review - ECE Department</a:t>
            </a:r>
            <a:endParaRPr lang="en-US" dirty="0"/>
          </a:p>
        </p:txBody>
      </p:sp>
      <p:sp>
        <p:nvSpPr>
          <p:cNvPr id="6" name="Slide Number Placeholder 5"/>
          <p:cNvSpPr>
            <a:spLocks noGrp="1"/>
          </p:cNvSpPr>
          <p:nvPr>
            <p:ph type="sldNum" sz="quarter" idx="12"/>
          </p:nvPr>
        </p:nvSpPr>
        <p:spPr/>
        <p:txBody>
          <a:bodyPr/>
          <a:lstStyle/>
          <a:p>
            <a:fld id="{AC9A6755-22B1-5345-8A1C-6EABA9823412}"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10" name="Picture 9" descr="A picture containing background pattern&#10;&#10;Description automatically generated">
            <a:extLst>
              <a:ext uri="{FF2B5EF4-FFF2-40B4-BE49-F238E27FC236}">
                <a16:creationId xmlns:a16="http://schemas.microsoft.com/office/drawing/2014/main" id="{832E41DD-B336-684E-A941-2AA1B158AD72}"/>
              </a:ext>
            </a:extLst>
          </p:cNvPr>
          <p:cNvPicPr>
            <a:picLocks noChangeAspect="1"/>
          </p:cNvPicPr>
          <p:nvPr userDrawn="1"/>
        </p:nvPicPr>
        <p:blipFill>
          <a:blip r:embed="rId2"/>
          <a:srcRect t="7597" r="3877"/>
          <a:stretch>
            <a:fillRect/>
          </a:stretch>
        </p:blipFill>
        <p:spPr>
          <a:xfrm>
            <a:off x="1266490" y="0"/>
            <a:ext cx="11185692" cy="629322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1600204"/>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F9DB20F-FF13-4E04-BC6E-357F57589FBC}" type="datetime1">
              <a:rPr lang="en-US" smtClean="0"/>
              <a:pPr/>
              <a:t>4/9/2026</a:t>
            </a:fld>
            <a:endParaRPr lang="en-US"/>
          </a:p>
        </p:txBody>
      </p:sp>
      <p:sp>
        <p:nvSpPr>
          <p:cNvPr id="6" name="Footer Placeholder 5"/>
          <p:cNvSpPr>
            <a:spLocks noGrp="1"/>
          </p:cNvSpPr>
          <p:nvPr>
            <p:ph type="ftr" sz="quarter" idx="11"/>
          </p:nvPr>
        </p:nvSpPr>
        <p:spPr/>
        <p:txBody>
          <a:bodyPr/>
          <a:lstStyle/>
          <a:p>
            <a:r>
              <a:rPr lang="en-US"/>
              <a:t>Project Review - ECE Department</a:t>
            </a:r>
          </a:p>
        </p:txBody>
      </p:sp>
      <p:sp>
        <p:nvSpPr>
          <p:cNvPr id="7" name="Slide Number Placeholder 6"/>
          <p:cNvSpPr>
            <a:spLocks noGrp="1"/>
          </p:cNvSpPr>
          <p:nvPr>
            <p:ph type="sldNum" sz="quarter" idx="12"/>
          </p:nvPr>
        </p:nvSpPr>
        <p:spPr/>
        <p:txBody>
          <a:bodyPr/>
          <a:lstStyle/>
          <a:p>
            <a:fld id="{AC9A6755-22B1-5345-8A1C-6EABA9823412}"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E5E8A12-CF4F-4F2D-9C7E-C849DB43591B}" type="datetime1">
              <a:rPr lang="en-US" smtClean="0"/>
              <a:pPr/>
              <a:t>4/9/2026</a:t>
            </a:fld>
            <a:endParaRPr lang="en-US"/>
          </a:p>
        </p:txBody>
      </p:sp>
      <p:sp>
        <p:nvSpPr>
          <p:cNvPr id="5" name="Footer Placeholder 4"/>
          <p:cNvSpPr>
            <a:spLocks noGrp="1"/>
          </p:cNvSpPr>
          <p:nvPr>
            <p:ph type="ftr" sz="quarter" idx="11"/>
          </p:nvPr>
        </p:nvSpPr>
        <p:spPr/>
        <p:txBody>
          <a:bodyPr/>
          <a:lstStyle/>
          <a:p>
            <a:r>
              <a:rPr lang="en-US"/>
              <a:t>Project Review - ECE Department</a:t>
            </a:r>
          </a:p>
        </p:txBody>
      </p:sp>
      <p:sp>
        <p:nvSpPr>
          <p:cNvPr id="6" name="Slide Number Placeholder 5"/>
          <p:cNvSpPr>
            <a:spLocks noGrp="1"/>
          </p:cNvSpPr>
          <p:nvPr>
            <p:ph type="sldNum" sz="quarter" idx="12"/>
          </p:nvPr>
        </p:nvSpPr>
        <p:spPr/>
        <p:txBody>
          <a:bodyPr/>
          <a:lstStyle/>
          <a:p>
            <a:fld id="{AE9E3A58-AEAB-4A0A-B5E2-6869A5C5A414}"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271D447-B1E9-4CC8-A2B0-DACB05D2277D}" type="datetime1">
              <a:rPr lang="en-US" smtClean="0"/>
              <a:pPr/>
              <a:t>4/9/2026</a:t>
            </a:fld>
            <a:endParaRPr lang="en-US"/>
          </a:p>
        </p:txBody>
      </p:sp>
      <p:sp>
        <p:nvSpPr>
          <p:cNvPr id="5" name="Footer Placeholder 4"/>
          <p:cNvSpPr>
            <a:spLocks noGrp="1"/>
          </p:cNvSpPr>
          <p:nvPr>
            <p:ph type="ftr" sz="quarter" idx="11"/>
          </p:nvPr>
        </p:nvSpPr>
        <p:spPr/>
        <p:txBody>
          <a:bodyPr/>
          <a:lstStyle/>
          <a:p>
            <a:r>
              <a:rPr lang="en-US"/>
              <a:t>Project Review - ECE Department</a:t>
            </a:r>
          </a:p>
        </p:txBody>
      </p:sp>
      <p:sp>
        <p:nvSpPr>
          <p:cNvPr id="6" name="Slide Number Placeholder 5"/>
          <p:cNvSpPr>
            <a:spLocks noGrp="1"/>
          </p:cNvSpPr>
          <p:nvPr>
            <p:ph type="sldNum" sz="quarter" idx="12"/>
          </p:nvPr>
        </p:nvSpPr>
        <p:spPr/>
        <p:txBody>
          <a:bodyPr/>
          <a:lstStyle/>
          <a:p>
            <a:fld id="{AE9E3A58-AEAB-4A0A-B5E2-6869A5C5A414}"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613" y="4406900"/>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613"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5711FB-D17D-4D6D-B02D-D1F41F8D9A05}" type="datetime1">
              <a:rPr lang="en-US" smtClean="0"/>
              <a:pPr/>
              <a:t>4/9/2026</a:t>
            </a:fld>
            <a:endParaRPr lang="en-US"/>
          </a:p>
        </p:txBody>
      </p:sp>
      <p:sp>
        <p:nvSpPr>
          <p:cNvPr id="5" name="Footer Placeholder 4"/>
          <p:cNvSpPr>
            <a:spLocks noGrp="1"/>
          </p:cNvSpPr>
          <p:nvPr>
            <p:ph type="ftr" sz="quarter" idx="11"/>
          </p:nvPr>
        </p:nvSpPr>
        <p:spPr/>
        <p:txBody>
          <a:bodyPr/>
          <a:lstStyle/>
          <a:p>
            <a:r>
              <a:rPr lang="en-US"/>
              <a:t>Project Review - ECE Department</a:t>
            </a:r>
          </a:p>
        </p:txBody>
      </p:sp>
      <p:sp>
        <p:nvSpPr>
          <p:cNvPr id="6" name="Slide Number Placeholder 5"/>
          <p:cNvSpPr>
            <a:spLocks noGrp="1"/>
          </p:cNvSpPr>
          <p:nvPr>
            <p:ph type="sldNum" sz="quarter" idx="12"/>
          </p:nvPr>
        </p:nvSpPr>
        <p:spPr/>
        <p:txBody>
          <a:bodyPr/>
          <a:lstStyle/>
          <a:p>
            <a:fld id="{AE9E3A58-AEAB-4A0A-B5E2-6869A5C5A414}"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410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600200"/>
            <a:ext cx="5410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F1B5FDE-B8AC-41FA-A037-B3AA90B85516}" type="datetime1">
              <a:rPr lang="en-US" smtClean="0"/>
              <a:pPr/>
              <a:t>4/9/2026</a:t>
            </a:fld>
            <a:endParaRPr lang="en-US"/>
          </a:p>
        </p:txBody>
      </p:sp>
      <p:sp>
        <p:nvSpPr>
          <p:cNvPr id="6" name="Footer Placeholder 5"/>
          <p:cNvSpPr>
            <a:spLocks noGrp="1"/>
          </p:cNvSpPr>
          <p:nvPr>
            <p:ph type="ftr" sz="quarter" idx="11"/>
          </p:nvPr>
        </p:nvSpPr>
        <p:spPr/>
        <p:txBody>
          <a:bodyPr/>
          <a:lstStyle/>
          <a:p>
            <a:r>
              <a:rPr lang="en-US"/>
              <a:t>Project Review - ECE Department</a:t>
            </a:r>
          </a:p>
        </p:txBody>
      </p:sp>
      <p:sp>
        <p:nvSpPr>
          <p:cNvPr id="7" name="Slide Number Placeholder 6"/>
          <p:cNvSpPr>
            <a:spLocks noGrp="1"/>
          </p:cNvSpPr>
          <p:nvPr>
            <p:ph type="sldNum" sz="quarter" idx="12"/>
          </p:nvPr>
        </p:nvSpPr>
        <p:spPr/>
        <p:txBody>
          <a:bodyPr/>
          <a:lstStyle/>
          <a:p>
            <a:fld id="{AE9E3A58-AEAB-4A0A-B5E2-6869A5C5A414}" type="slidenum">
              <a:rPr lang="en-US" smtClean="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50794CA-18E0-4F40-BDE6-FCC4F562F814}" type="datetime1">
              <a:rPr lang="en-US" smtClean="0"/>
              <a:pPr/>
              <a:t>4/9/2026</a:t>
            </a:fld>
            <a:endParaRPr lang="en-US"/>
          </a:p>
        </p:txBody>
      </p:sp>
      <p:sp>
        <p:nvSpPr>
          <p:cNvPr id="8" name="Footer Placeholder 7"/>
          <p:cNvSpPr>
            <a:spLocks noGrp="1"/>
          </p:cNvSpPr>
          <p:nvPr>
            <p:ph type="ftr" sz="quarter" idx="11"/>
          </p:nvPr>
        </p:nvSpPr>
        <p:spPr/>
        <p:txBody>
          <a:bodyPr/>
          <a:lstStyle/>
          <a:p>
            <a:r>
              <a:rPr lang="en-US"/>
              <a:t>Project Review - ECE Department</a:t>
            </a:r>
          </a:p>
        </p:txBody>
      </p:sp>
      <p:sp>
        <p:nvSpPr>
          <p:cNvPr id="9" name="Slide Number Placeholder 8"/>
          <p:cNvSpPr>
            <a:spLocks noGrp="1"/>
          </p:cNvSpPr>
          <p:nvPr>
            <p:ph type="sldNum" sz="quarter" idx="12"/>
          </p:nvPr>
        </p:nvSpPr>
        <p:spPr/>
        <p:txBody>
          <a:bodyPr/>
          <a:lstStyle/>
          <a:p>
            <a:fld id="{AE9E3A58-AEAB-4A0A-B5E2-6869A5C5A414}" type="slidenum">
              <a:rPr lang="en-US" smtClean="0"/>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9363398-24B5-41A7-B232-12EB02F6ED54}" type="datetime1">
              <a:rPr lang="en-US" smtClean="0"/>
              <a:pPr/>
              <a:t>4/9/2026</a:t>
            </a:fld>
            <a:endParaRPr lang="en-US"/>
          </a:p>
        </p:txBody>
      </p:sp>
      <p:sp>
        <p:nvSpPr>
          <p:cNvPr id="4" name="Footer Placeholder 3"/>
          <p:cNvSpPr>
            <a:spLocks noGrp="1"/>
          </p:cNvSpPr>
          <p:nvPr>
            <p:ph type="ftr" sz="quarter" idx="11"/>
          </p:nvPr>
        </p:nvSpPr>
        <p:spPr/>
        <p:txBody>
          <a:bodyPr/>
          <a:lstStyle/>
          <a:p>
            <a:r>
              <a:rPr lang="en-US"/>
              <a:t>Project Review - ECE Department</a:t>
            </a:r>
          </a:p>
        </p:txBody>
      </p:sp>
      <p:sp>
        <p:nvSpPr>
          <p:cNvPr id="5" name="Slide Number Placeholder 4"/>
          <p:cNvSpPr>
            <a:spLocks noGrp="1"/>
          </p:cNvSpPr>
          <p:nvPr>
            <p:ph type="sldNum" sz="quarter" idx="12"/>
          </p:nvPr>
        </p:nvSpPr>
        <p:spPr/>
        <p:txBody>
          <a:bodyPr/>
          <a:lstStyle/>
          <a:p>
            <a:fld id="{AE9E3A58-AEAB-4A0A-B5E2-6869A5C5A414}" type="slidenum">
              <a:rPr lang="en-US" smtClean="0"/>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946A6E-FA0C-41B1-A25A-BB321B8F04CE}" type="datetime1">
              <a:rPr lang="en-US" smtClean="0"/>
              <a:pPr/>
              <a:t>4/9/2026</a:t>
            </a:fld>
            <a:endParaRPr lang="en-US"/>
          </a:p>
        </p:txBody>
      </p:sp>
      <p:sp>
        <p:nvSpPr>
          <p:cNvPr id="3" name="Footer Placeholder 2"/>
          <p:cNvSpPr>
            <a:spLocks noGrp="1"/>
          </p:cNvSpPr>
          <p:nvPr>
            <p:ph type="ftr" sz="quarter" idx="11"/>
          </p:nvPr>
        </p:nvSpPr>
        <p:spPr/>
        <p:txBody>
          <a:bodyPr/>
          <a:lstStyle/>
          <a:p>
            <a:r>
              <a:rPr lang="en-US"/>
              <a:t>Project Review - ECE Department</a:t>
            </a:r>
          </a:p>
        </p:txBody>
      </p:sp>
      <p:sp>
        <p:nvSpPr>
          <p:cNvPr id="4" name="Slide Number Placeholder 3"/>
          <p:cNvSpPr>
            <a:spLocks noGrp="1"/>
          </p:cNvSpPr>
          <p:nvPr>
            <p:ph type="sldNum" sz="quarter" idx="12"/>
          </p:nvPr>
        </p:nvSpPr>
        <p:spPr/>
        <p:txBody>
          <a:bodyPr/>
          <a:lstStyle/>
          <a:p>
            <a:fld id="{AE9E3A58-AEAB-4A0A-B5E2-6869A5C5A414}"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6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70AF992-0350-40E9-A2BB-E48C456513EC}" type="datetime1">
              <a:rPr lang="en-US" smtClean="0"/>
              <a:pPr/>
              <a:t>4/9/2026</a:t>
            </a:fld>
            <a:endParaRPr lang="en-US"/>
          </a:p>
        </p:txBody>
      </p:sp>
      <p:sp>
        <p:nvSpPr>
          <p:cNvPr id="6" name="Footer Placeholder 5"/>
          <p:cNvSpPr>
            <a:spLocks noGrp="1"/>
          </p:cNvSpPr>
          <p:nvPr>
            <p:ph type="ftr" sz="quarter" idx="11"/>
          </p:nvPr>
        </p:nvSpPr>
        <p:spPr/>
        <p:txBody>
          <a:bodyPr/>
          <a:lstStyle/>
          <a:p>
            <a:r>
              <a:rPr lang="en-US"/>
              <a:t>Project Review - ECE Department</a:t>
            </a:r>
          </a:p>
        </p:txBody>
      </p:sp>
      <p:sp>
        <p:nvSpPr>
          <p:cNvPr id="7" name="Slide Number Placeholder 6"/>
          <p:cNvSpPr>
            <a:spLocks noGrp="1"/>
          </p:cNvSpPr>
          <p:nvPr>
            <p:ph type="sldNum" sz="quarter" idx="12"/>
          </p:nvPr>
        </p:nvSpPr>
        <p:spPr/>
        <p:txBody>
          <a:bodyPr/>
          <a:lstStyle/>
          <a:p>
            <a:fld id="{AE9E3A58-AEAB-4A0A-B5E2-6869A5C5A414}" type="slidenum">
              <a:rPr lang="en-US" smtClean="0"/>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188"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0C0926-27C9-4454-965E-0693BB44B30D}" type="datetime1">
              <a:rPr lang="en-US" smtClean="0"/>
              <a:pPr/>
              <a:t>4/9/2026</a:t>
            </a:fld>
            <a:endParaRPr lang="en-US"/>
          </a:p>
        </p:txBody>
      </p:sp>
      <p:sp>
        <p:nvSpPr>
          <p:cNvPr id="6" name="Footer Placeholder 5"/>
          <p:cNvSpPr>
            <a:spLocks noGrp="1"/>
          </p:cNvSpPr>
          <p:nvPr>
            <p:ph type="ftr" sz="quarter" idx="11"/>
          </p:nvPr>
        </p:nvSpPr>
        <p:spPr/>
        <p:txBody>
          <a:bodyPr/>
          <a:lstStyle/>
          <a:p>
            <a:r>
              <a:rPr lang="en-US"/>
              <a:t>Project Review - ECE Department</a:t>
            </a:r>
          </a:p>
        </p:txBody>
      </p:sp>
      <p:sp>
        <p:nvSpPr>
          <p:cNvPr id="7" name="Slide Number Placeholder 6"/>
          <p:cNvSpPr>
            <a:spLocks noGrp="1"/>
          </p:cNvSpPr>
          <p:nvPr>
            <p:ph type="sldNum" sz="quarter" idx="12"/>
          </p:nvPr>
        </p:nvSpPr>
        <p:spPr/>
        <p:txBody>
          <a:bodyPr/>
          <a:lstStyle/>
          <a:p>
            <a:fld id="{AE9E3A58-AEAB-4A0A-B5E2-6869A5C5A414}" type="slidenum">
              <a:rPr lang="en-US" smtClean="0"/>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1D4B508-A4CD-4F27-A41F-2BD3E95C6E46}" type="datetime1">
              <a:rPr lang="en-US" smtClean="0"/>
              <a:pPr/>
              <a:t>4/9/2026</a:t>
            </a:fld>
            <a:endParaRPr lang="en-US"/>
          </a:p>
        </p:txBody>
      </p:sp>
      <p:sp>
        <p:nvSpPr>
          <p:cNvPr id="5" name="Footer Placeholder 4"/>
          <p:cNvSpPr>
            <a:spLocks noGrp="1"/>
          </p:cNvSpPr>
          <p:nvPr>
            <p:ph type="ftr" sz="quarter" idx="11"/>
          </p:nvPr>
        </p:nvSpPr>
        <p:spPr/>
        <p:txBody>
          <a:bodyPr/>
          <a:lstStyle/>
          <a:p>
            <a:r>
              <a:rPr lang="en-US"/>
              <a:t>Project Review - ECE Department</a:t>
            </a:r>
          </a:p>
        </p:txBody>
      </p:sp>
      <p:sp>
        <p:nvSpPr>
          <p:cNvPr id="6" name="Slide Number Placeholder 5"/>
          <p:cNvSpPr>
            <a:spLocks noGrp="1"/>
          </p:cNvSpPr>
          <p:nvPr>
            <p:ph type="sldNum" sz="quarter" idx="12"/>
          </p:nvPr>
        </p:nvSpPr>
        <p:spPr/>
        <p:txBody>
          <a:bodyPr/>
          <a:lstStyle/>
          <a:p>
            <a:fld id="{AE9E3A58-AEAB-4A0A-B5E2-6869A5C5A414}" type="slidenum">
              <a:rPr lang="en-US" smtClean="0"/>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772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38CA7B-5280-47D9-949D-939ABB4876E4}" type="datetime1">
              <a:rPr lang="en-US" smtClean="0"/>
              <a:pPr/>
              <a:t>4/9/2026</a:t>
            </a:fld>
            <a:endParaRPr lang="en-US"/>
          </a:p>
        </p:txBody>
      </p:sp>
      <p:sp>
        <p:nvSpPr>
          <p:cNvPr id="5" name="Footer Placeholder 4"/>
          <p:cNvSpPr>
            <a:spLocks noGrp="1"/>
          </p:cNvSpPr>
          <p:nvPr>
            <p:ph type="ftr" sz="quarter" idx="11"/>
          </p:nvPr>
        </p:nvSpPr>
        <p:spPr/>
        <p:txBody>
          <a:bodyPr/>
          <a:lstStyle/>
          <a:p>
            <a:r>
              <a:rPr lang="en-US"/>
              <a:t>Project Review - ECE Department</a:t>
            </a:r>
          </a:p>
        </p:txBody>
      </p:sp>
      <p:sp>
        <p:nvSpPr>
          <p:cNvPr id="6" name="Slide Number Placeholder 5"/>
          <p:cNvSpPr>
            <a:spLocks noGrp="1"/>
          </p:cNvSpPr>
          <p:nvPr>
            <p:ph type="sldNum" sz="quarter" idx="12"/>
          </p:nvPr>
        </p:nvSpPr>
        <p:spPr/>
        <p:txBody>
          <a:bodyPr/>
          <a:lstStyle/>
          <a:p>
            <a:fld id="{AE9E3A58-AEAB-4A0A-B5E2-6869A5C5A414}" type="slidenum">
              <a:rPr lang="en-US" smtClean="0"/>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6E5C2EB-50AA-4FA6-9A20-55A0D4ED1229}" type="datetime1">
              <a:rPr lang="en-US" smtClean="0"/>
              <a:pPr/>
              <a:t>4/9/2026</a:t>
            </a:fld>
            <a:endParaRPr lang="en-US"/>
          </a:p>
        </p:txBody>
      </p:sp>
      <p:sp>
        <p:nvSpPr>
          <p:cNvPr id="4" name="Footer Placeholder 3"/>
          <p:cNvSpPr>
            <a:spLocks noGrp="1"/>
          </p:cNvSpPr>
          <p:nvPr>
            <p:ph type="ftr" sz="quarter" idx="11"/>
          </p:nvPr>
        </p:nvSpPr>
        <p:spPr/>
        <p:txBody>
          <a:bodyPr/>
          <a:lstStyle/>
          <a:p>
            <a:r>
              <a:rPr lang="en-US"/>
              <a:t>Project Review - ECE Department</a:t>
            </a:r>
          </a:p>
        </p:txBody>
      </p:sp>
      <p:sp>
        <p:nvSpPr>
          <p:cNvPr id="5" name="Slide Number Placeholder 4"/>
          <p:cNvSpPr>
            <a:spLocks noGrp="1"/>
          </p:cNvSpPr>
          <p:nvPr>
            <p:ph type="sldNum" sz="quarter" idx="12"/>
          </p:nvPr>
        </p:nvSpPr>
        <p:spPr/>
        <p:txBody>
          <a:bodyPr/>
          <a:lstStyle/>
          <a:p>
            <a:fld id="{AE9E3A58-AEAB-4A0A-B5E2-6869A5C5A414}" type="slidenum">
              <a:rPr lang="en-US" smtClean="0"/>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89A40B3-F57F-46F7-AEDE-64DCF329A12E}" type="datetime1">
              <a:rPr lang="en-US" smtClean="0"/>
              <a:pPr/>
              <a:t>4/9/2026</a:t>
            </a:fld>
            <a:endParaRPr lang="en-US"/>
          </a:p>
        </p:txBody>
      </p:sp>
      <p:sp>
        <p:nvSpPr>
          <p:cNvPr id="5" name="Footer Placeholder 4"/>
          <p:cNvSpPr>
            <a:spLocks noGrp="1"/>
          </p:cNvSpPr>
          <p:nvPr>
            <p:ph type="ftr" sz="quarter" idx="11"/>
          </p:nvPr>
        </p:nvSpPr>
        <p:spPr/>
        <p:txBody>
          <a:bodyPr/>
          <a:lstStyle/>
          <a:p>
            <a:r>
              <a:rPr lang="en-US"/>
              <a:t>Project Review - ECE Department</a:t>
            </a:r>
          </a:p>
        </p:txBody>
      </p:sp>
      <p:sp>
        <p:nvSpPr>
          <p:cNvPr id="6" name="Slide Number Placeholder 5"/>
          <p:cNvSpPr>
            <a:spLocks noGrp="1"/>
          </p:cNvSpPr>
          <p:nvPr>
            <p:ph type="sldNum" sz="quarter" idx="12"/>
          </p:nvPr>
        </p:nvSpPr>
        <p:spPr/>
        <p:txBody>
          <a:bodyPr/>
          <a:lstStyle/>
          <a:p>
            <a:fld id="{280D537C-99ED-4AF0-B6EB-591EFE16B941}" type="slidenum">
              <a:rPr lang="en-US" smtClean="0"/>
              <a:pPr/>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FF598F4-8AD7-44DA-8B60-95E3D07BC93E}" type="datetime1">
              <a:rPr lang="en-US" smtClean="0"/>
              <a:pPr/>
              <a:t>4/9/2026</a:t>
            </a:fld>
            <a:endParaRPr lang="en-US"/>
          </a:p>
        </p:txBody>
      </p:sp>
      <p:sp>
        <p:nvSpPr>
          <p:cNvPr id="5" name="Footer Placeholder 4"/>
          <p:cNvSpPr>
            <a:spLocks noGrp="1"/>
          </p:cNvSpPr>
          <p:nvPr>
            <p:ph type="ftr" sz="quarter" idx="11"/>
          </p:nvPr>
        </p:nvSpPr>
        <p:spPr/>
        <p:txBody>
          <a:bodyPr/>
          <a:lstStyle/>
          <a:p>
            <a:r>
              <a:rPr lang="en-US"/>
              <a:t>Project Review - ECE Department</a:t>
            </a:r>
          </a:p>
        </p:txBody>
      </p:sp>
      <p:sp>
        <p:nvSpPr>
          <p:cNvPr id="6" name="Slide Number Placeholder 5"/>
          <p:cNvSpPr>
            <a:spLocks noGrp="1"/>
          </p:cNvSpPr>
          <p:nvPr>
            <p:ph type="sldNum" sz="quarter" idx="12"/>
          </p:nvPr>
        </p:nvSpPr>
        <p:spPr/>
        <p:txBody>
          <a:bodyPr/>
          <a:lstStyle/>
          <a:p>
            <a:fld id="{280D537C-99ED-4AF0-B6EB-591EFE16B941}" type="slidenum">
              <a:rPr lang="en-US" smtClean="0"/>
              <a:pPr/>
              <a:t>‹#›</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613" y="4406900"/>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613"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729AB5-86D6-4F21-A041-5A8C144A226B}" type="datetime1">
              <a:rPr lang="en-US" smtClean="0"/>
              <a:pPr/>
              <a:t>4/9/2026</a:t>
            </a:fld>
            <a:endParaRPr lang="en-US"/>
          </a:p>
        </p:txBody>
      </p:sp>
      <p:sp>
        <p:nvSpPr>
          <p:cNvPr id="5" name="Footer Placeholder 4"/>
          <p:cNvSpPr>
            <a:spLocks noGrp="1"/>
          </p:cNvSpPr>
          <p:nvPr>
            <p:ph type="ftr" sz="quarter" idx="11"/>
          </p:nvPr>
        </p:nvSpPr>
        <p:spPr/>
        <p:txBody>
          <a:bodyPr/>
          <a:lstStyle/>
          <a:p>
            <a:r>
              <a:rPr lang="en-US"/>
              <a:t>Project Review - ECE Department</a:t>
            </a:r>
          </a:p>
        </p:txBody>
      </p:sp>
      <p:sp>
        <p:nvSpPr>
          <p:cNvPr id="6" name="Slide Number Placeholder 5"/>
          <p:cNvSpPr>
            <a:spLocks noGrp="1"/>
          </p:cNvSpPr>
          <p:nvPr>
            <p:ph type="sldNum" sz="quarter" idx="12"/>
          </p:nvPr>
        </p:nvSpPr>
        <p:spPr/>
        <p:txBody>
          <a:bodyPr/>
          <a:lstStyle/>
          <a:p>
            <a:fld id="{280D537C-99ED-4AF0-B6EB-591EFE16B941}" type="slidenum">
              <a:rPr lang="en-US" smtClean="0"/>
              <a:pPr/>
              <a:t>‹#›</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410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600200"/>
            <a:ext cx="5410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5590678-49F8-4C2F-8CA8-DB5F65A9A048}" type="datetime1">
              <a:rPr lang="en-US" smtClean="0"/>
              <a:pPr/>
              <a:t>4/9/2026</a:t>
            </a:fld>
            <a:endParaRPr lang="en-US"/>
          </a:p>
        </p:txBody>
      </p:sp>
      <p:sp>
        <p:nvSpPr>
          <p:cNvPr id="6" name="Footer Placeholder 5"/>
          <p:cNvSpPr>
            <a:spLocks noGrp="1"/>
          </p:cNvSpPr>
          <p:nvPr>
            <p:ph type="ftr" sz="quarter" idx="11"/>
          </p:nvPr>
        </p:nvSpPr>
        <p:spPr/>
        <p:txBody>
          <a:bodyPr/>
          <a:lstStyle/>
          <a:p>
            <a:r>
              <a:rPr lang="en-US"/>
              <a:t>Project Review - ECE Department</a:t>
            </a:r>
          </a:p>
        </p:txBody>
      </p:sp>
      <p:sp>
        <p:nvSpPr>
          <p:cNvPr id="7" name="Slide Number Placeholder 6"/>
          <p:cNvSpPr>
            <a:spLocks noGrp="1"/>
          </p:cNvSpPr>
          <p:nvPr>
            <p:ph type="sldNum" sz="quarter" idx="12"/>
          </p:nvPr>
        </p:nvSpPr>
        <p:spPr/>
        <p:txBody>
          <a:bodyPr/>
          <a:lstStyle/>
          <a:p>
            <a:fld id="{280D537C-99ED-4AF0-B6EB-591EFE16B941}" type="slidenum">
              <a:rPr lang="en-US" smtClean="0"/>
              <a:pPr/>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2424437-E83E-44CC-8AC9-0CAEAEBB4036}" type="datetime1">
              <a:rPr lang="en-US" smtClean="0"/>
              <a:pPr/>
              <a:t>4/9/2026</a:t>
            </a:fld>
            <a:endParaRPr lang="en-US"/>
          </a:p>
        </p:txBody>
      </p:sp>
      <p:sp>
        <p:nvSpPr>
          <p:cNvPr id="8" name="Footer Placeholder 7"/>
          <p:cNvSpPr>
            <a:spLocks noGrp="1"/>
          </p:cNvSpPr>
          <p:nvPr>
            <p:ph type="ftr" sz="quarter" idx="11"/>
          </p:nvPr>
        </p:nvSpPr>
        <p:spPr/>
        <p:txBody>
          <a:bodyPr/>
          <a:lstStyle/>
          <a:p>
            <a:r>
              <a:rPr lang="en-US"/>
              <a:t>Project Review - ECE Department</a:t>
            </a:r>
          </a:p>
        </p:txBody>
      </p:sp>
      <p:sp>
        <p:nvSpPr>
          <p:cNvPr id="9" name="Slide Number Placeholder 8"/>
          <p:cNvSpPr>
            <a:spLocks noGrp="1"/>
          </p:cNvSpPr>
          <p:nvPr>
            <p:ph type="sldNum" sz="quarter" idx="12"/>
          </p:nvPr>
        </p:nvSpPr>
        <p:spPr/>
        <p:txBody>
          <a:bodyPr/>
          <a:lstStyle/>
          <a:p>
            <a:fld id="{280D537C-99ED-4AF0-B6EB-591EFE16B941}" type="slidenum">
              <a:rPr lang="en-US" smtClean="0"/>
              <a:pPr/>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D5F8271-4620-48E6-99A9-A75B62B5E517}" type="datetime1">
              <a:rPr lang="en-US" smtClean="0"/>
              <a:pPr/>
              <a:t>4/9/2026</a:t>
            </a:fld>
            <a:endParaRPr lang="en-US"/>
          </a:p>
        </p:txBody>
      </p:sp>
      <p:sp>
        <p:nvSpPr>
          <p:cNvPr id="4" name="Footer Placeholder 3"/>
          <p:cNvSpPr>
            <a:spLocks noGrp="1"/>
          </p:cNvSpPr>
          <p:nvPr>
            <p:ph type="ftr" sz="quarter" idx="11"/>
          </p:nvPr>
        </p:nvSpPr>
        <p:spPr/>
        <p:txBody>
          <a:bodyPr/>
          <a:lstStyle/>
          <a:p>
            <a:r>
              <a:rPr lang="en-US"/>
              <a:t>Project Review - ECE Department</a:t>
            </a:r>
          </a:p>
        </p:txBody>
      </p:sp>
      <p:sp>
        <p:nvSpPr>
          <p:cNvPr id="5" name="Slide Number Placeholder 4"/>
          <p:cNvSpPr>
            <a:spLocks noGrp="1"/>
          </p:cNvSpPr>
          <p:nvPr>
            <p:ph type="sldNum" sz="quarter" idx="12"/>
          </p:nvPr>
        </p:nvSpPr>
        <p:spPr/>
        <p:txBody>
          <a:bodyPr/>
          <a:lstStyle/>
          <a:p>
            <a:fld id="{280D537C-99ED-4AF0-B6EB-591EFE16B941}" type="slidenum">
              <a:rPr lang="en-US" smtClean="0"/>
              <a:pPr/>
              <a:t>‹#›</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2DFC51-1F25-49D9-A54F-D8C7B0E01477}" type="datetime1">
              <a:rPr lang="en-US" smtClean="0"/>
              <a:pPr/>
              <a:t>4/9/2026</a:t>
            </a:fld>
            <a:endParaRPr lang="en-US"/>
          </a:p>
        </p:txBody>
      </p:sp>
      <p:sp>
        <p:nvSpPr>
          <p:cNvPr id="3" name="Footer Placeholder 2"/>
          <p:cNvSpPr>
            <a:spLocks noGrp="1"/>
          </p:cNvSpPr>
          <p:nvPr>
            <p:ph type="ftr" sz="quarter" idx="11"/>
          </p:nvPr>
        </p:nvSpPr>
        <p:spPr/>
        <p:txBody>
          <a:bodyPr/>
          <a:lstStyle/>
          <a:p>
            <a:r>
              <a:rPr lang="en-US"/>
              <a:t>Project Review - ECE Department</a:t>
            </a:r>
          </a:p>
        </p:txBody>
      </p:sp>
      <p:sp>
        <p:nvSpPr>
          <p:cNvPr id="4" name="Slide Number Placeholder 3"/>
          <p:cNvSpPr>
            <a:spLocks noGrp="1"/>
          </p:cNvSpPr>
          <p:nvPr>
            <p:ph type="sldNum" sz="quarter" idx="12"/>
          </p:nvPr>
        </p:nvSpPr>
        <p:spPr/>
        <p:txBody>
          <a:bodyPr/>
          <a:lstStyle/>
          <a:p>
            <a:fld id="{280D537C-99ED-4AF0-B6EB-591EFE16B941}" type="slidenum">
              <a:rPr lang="en-US" smtClean="0"/>
              <a:pPr/>
              <a:t>‹#›</a:t>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6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885320A-DD3A-4EAE-A386-AA2107622075}" type="datetime1">
              <a:rPr lang="en-US" smtClean="0"/>
              <a:pPr/>
              <a:t>4/9/2026</a:t>
            </a:fld>
            <a:endParaRPr lang="en-US"/>
          </a:p>
        </p:txBody>
      </p:sp>
      <p:sp>
        <p:nvSpPr>
          <p:cNvPr id="6" name="Footer Placeholder 5"/>
          <p:cNvSpPr>
            <a:spLocks noGrp="1"/>
          </p:cNvSpPr>
          <p:nvPr>
            <p:ph type="ftr" sz="quarter" idx="11"/>
          </p:nvPr>
        </p:nvSpPr>
        <p:spPr/>
        <p:txBody>
          <a:bodyPr/>
          <a:lstStyle/>
          <a:p>
            <a:r>
              <a:rPr lang="en-US"/>
              <a:t>Project Review - ECE Department</a:t>
            </a:r>
          </a:p>
        </p:txBody>
      </p:sp>
      <p:sp>
        <p:nvSpPr>
          <p:cNvPr id="7" name="Slide Number Placeholder 6"/>
          <p:cNvSpPr>
            <a:spLocks noGrp="1"/>
          </p:cNvSpPr>
          <p:nvPr>
            <p:ph type="sldNum" sz="quarter" idx="12"/>
          </p:nvPr>
        </p:nvSpPr>
        <p:spPr/>
        <p:txBody>
          <a:bodyPr/>
          <a:lstStyle/>
          <a:p>
            <a:fld id="{280D537C-99ED-4AF0-B6EB-591EFE16B941}" type="slidenum">
              <a:rPr lang="en-US" smtClean="0"/>
              <a:pPr/>
              <a:t>‹#›</a:t>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188"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7B5AF2F-19E1-44D7-B35B-BF9D2401C4F6}" type="datetime1">
              <a:rPr lang="en-US" smtClean="0"/>
              <a:pPr/>
              <a:t>4/9/2026</a:t>
            </a:fld>
            <a:endParaRPr lang="en-US"/>
          </a:p>
        </p:txBody>
      </p:sp>
      <p:sp>
        <p:nvSpPr>
          <p:cNvPr id="6" name="Footer Placeholder 5"/>
          <p:cNvSpPr>
            <a:spLocks noGrp="1"/>
          </p:cNvSpPr>
          <p:nvPr>
            <p:ph type="ftr" sz="quarter" idx="11"/>
          </p:nvPr>
        </p:nvSpPr>
        <p:spPr/>
        <p:txBody>
          <a:bodyPr/>
          <a:lstStyle/>
          <a:p>
            <a:r>
              <a:rPr lang="en-US"/>
              <a:t>Project Review - ECE Department</a:t>
            </a:r>
          </a:p>
        </p:txBody>
      </p:sp>
      <p:sp>
        <p:nvSpPr>
          <p:cNvPr id="7" name="Slide Number Placeholder 6"/>
          <p:cNvSpPr>
            <a:spLocks noGrp="1"/>
          </p:cNvSpPr>
          <p:nvPr>
            <p:ph type="sldNum" sz="quarter" idx="12"/>
          </p:nvPr>
        </p:nvSpPr>
        <p:spPr/>
        <p:txBody>
          <a:bodyPr/>
          <a:lstStyle/>
          <a:p>
            <a:fld id="{280D537C-99ED-4AF0-B6EB-591EFE16B941}" type="slidenum">
              <a:rPr lang="en-US" smtClean="0"/>
              <a:pPr/>
              <a:t>‹#›</a:t>
            </a:fld>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46789BE-1BDE-4F86-9D9D-E294B8A09AF9}" type="datetime1">
              <a:rPr lang="en-US" smtClean="0"/>
              <a:pPr/>
              <a:t>4/9/2026</a:t>
            </a:fld>
            <a:endParaRPr lang="en-US"/>
          </a:p>
        </p:txBody>
      </p:sp>
      <p:sp>
        <p:nvSpPr>
          <p:cNvPr id="5" name="Footer Placeholder 4"/>
          <p:cNvSpPr>
            <a:spLocks noGrp="1"/>
          </p:cNvSpPr>
          <p:nvPr>
            <p:ph type="ftr" sz="quarter" idx="11"/>
          </p:nvPr>
        </p:nvSpPr>
        <p:spPr/>
        <p:txBody>
          <a:bodyPr/>
          <a:lstStyle/>
          <a:p>
            <a:r>
              <a:rPr lang="en-US"/>
              <a:t>Project Review - ECE Department</a:t>
            </a:r>
          </a:p>
        </p:txBody>
      </p:sp>
      <p:sp>
        <p:nvSpPr>
          <p:cNvPr id="6" name="Slide Number Placeholder 5"/>
          <p:cNvSpPr>
            <a:spLocks noGrp="1"/>
          </p:cNvSpPr>
          <p:nvPr>
            <p:ph type="sldNum" sz="quarter" idx="12"/>
          </p:nvPr>
        </p:nvSpPr>
        <p:spPr/>
        <p:txBody>
          <a:bodyPr/>
          <a:lstStyle/>
          <a:p>
            <a:fld id="{280D537C-99ED-4AF0-B6EB-591EFE16B941}" type="slidenum">
              <a:rPr lang="en-US" smtClean="0"/>
              <a:pPr/>
              <a:t>‹#›</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772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4A5E08D-5F40-40DB-BCFF-7D9A51CDAC92}" type="datetime1">
              <a:rPr lang="en-US" smtClean="0"/>
              <a:pPr/>
              <a:t>4/9/2026</a:t>
            </a:fld>
            <a:endParaRPr lang="en-US"/>
          </a:p>
        </p:txBody>
      </p:sp>
      <p:sp>
        <p:nvSpPr>
          <p:cNvPr id="5" name="Footer Placeholder 4"/>
          <p:cNvSpPr>
            <a:spLocks noGrp="1"/>
          </p:cNvSpPr>
          <p:nvPr>
            <p:ph type="ftr" sz="quarter" idx="11"/>
          </p:nvPr>
        </p:nvSpPr>
        <p:spPr/>
        <p:txBody>
          <a:bodyPr/>
          <a:lstStyle/>
          <a:p>
            <a:r>
              <a:rPr lang="en-US"/>
              <a:t>Project Review - ECE Department</a:t>
            </a:r>
          </a:p>
        </p:txBody>
      </p:sp>
      <p:sp>
        <p:nvSpPr>
          <p:cNvPr id="6" name="Slide Number Placeholder 5"/>
          <p:cNvSpPr>
            <a:spLocks noGrp="1"/>
          </p:cNvSpPr>
          <p:nvPr>
            <p:ph type="sldNum" sz="quarter" idx="12"/>
          </p:nvPr>
        </p:nvSpPr>
        <p:spPr/>
        <p:txBody>
          <a:bodyPr/>
          <a:lstStyle/>
          <a:p>
            <a:fld id="{280D537C-99ED-4AF0-B6EB-591EFE16B941}" type="slidenum">
              <a:rPr lang="en-US" smtClean="0"/>
              <a:pPr/>
              <a:t>‹#›</a:t>
            </a:fld>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2FEF638-53F1-473E-B943-2AFF43FF221A}" type="datetime1">
              <a:rPr lang="en-US" smtClean="0"/>
              <a:pPr/>
              <a:t>4/9/2026</a:t>
            </a:fld>
            <a:endParaRPr lang="en-US"/>
          </a:p>
        </p:txBody>
      </p:sp>
      <p:sp>
        <p:nvSpPr>
          <p:cNvPr id="4" name="Footer Placeholder 3"/>
          <p:cNvSpPr>
            <a:spLocks noGrp="1"/>
          </p:cNvSpPr>
          <p:nvPr>
            <p:ph type="ftr" sz="quarter" idx="11"/>
          </p:nvPr>
        </p:nvSpPr>
        <p:spPr/>
        <p:txBody>
          <a:bodyPr/>
          <a:lstStyle/>
          <a:p>
            <a:r>
              <a:rPr lang="en-US"/>
              <a:t>Project Review - ECE Department</a:t>
            </a:r>
          </a:p>
        </p:txBody>
      </p:sp>
      <p:sp>
        <p:nvSpPr>
          <p:cNvPr id="5" name="Slide Number Placeholder 4"/>
          <p:cNvSpPr>
            <a:spLocks noGrp="1"/>
          </p:cNvSpPr>
          <p:nvPr>
            <p:ph type="sldNum" sz="quarter" idx="12"/>
          </p:nvPr>
        </p:nvSpPr>
        <p:spPr/>
        <p:txBody>
          <a:bodyPr/>
          <a:lstStyle/>
          <a:p>
            <a:fld id="{280D537C-99ED-4AF0-B6EB-591EFE16B94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6"/>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6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0B6167-5882-4DCF-B03E-67EB6DB12EA9}" type="datetime1">
              <a:rPr lang="en-US" smtClean="0"/>
              <a:pPr/>
              <a:t>4/9/2026</a:t>
            </a:fld>
            <a:endParaRPr lang="en-US"/>
          </a:p>
        </p:txBody>
      </p:sp>
      <p:sp>
        <p:nvSpPr>
          <p:cNvPr id="5" name="Footer Placeholder 4"/>
          <p:cNvSpPr>
            <a:spLocks noGrp="1"/>
          </p:cNvSpPr>
          <p:nvPr>
            <p:ph type="ftr" sz="quarter" idx="3"/>
          </p:nvPr>
        </p:nvSpPr>
        <p:spPr>
          <a:xfrm>
            <a:off x="4165600" y="635636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Project Review - ECE Department</a:t>
            </a:r>
            <a:endParaRPr lang="en-US" dirty="0"/>
          </a:p>
        </p:txBody>
      </p:sp>
      <p:sp>
        <p:nvSpPr>
          <p:cNvPr id="6" name="Slide Number Placeholder 5"/>
          <p:cNvSpPr>
            <a:spLocks noGrp="1"/>
          </p:cNvSpPr>
          <p:nvPr>
            <p:ph type="sldNum" sz="quarter" idx="4"/>
          </p:nvPr>
        </p:nvSpPr>
        <p:spPr>
          <a:xfrm>
            <a:off x="8737600" y="635636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9A6755-22B1-5345-8A1C-6EABA9823412}"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00" r:id="rId12"/>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7AD5F7-160A-4D09-9AF4-46BBE6AD9EC4}" type="datetime1">
              <a:rPr lang="en-US" smtClean="0"/>
              <a:pPr/>
              <a:t>4/9/2026</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Project Review - ECE Department</a:t>
            </a:r>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9E3A58-AEAB-4A0A-B5E2-6869A5C5A41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794" r:id="rId5"/>
    <p:sldLayoutId id="2147483795" r:id="rId6"/>
    <p:sldLayoutId id="2147483796" r:id="rId7"/>
    <p:sldLayoutId id="2147483797" r:id="rId8"/>
    <p:sldLayoutId id="2147483798" r:id="rId9"/>
    <p:sldLayoutId id="2147483799" r:id="rId10"/>
    <p:sldLayoutId id="2147483800" r:id="rId11"/>
    <p:sldLayoutId id="2147483801" r:id="rId12"/>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5B6060-66DA-4E05-9991-35059D7CDA63}" type="datetime1">
              <a:rPr lang="en-US" smtClean="0"/>
              <a:pPr/>
              <a:t>4/9/2026</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Project Review - ECE Department</a:t>
            </a:r>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0D537C-99ED-4AF0-B6EB-591EFE16B94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p:txBody>
          <a:bodyPr/>
          <a:lstStyle/>
          <a:p>
            <a:r>
              <a:rPr lang="en-US" dirty="0"/>
              <a:t>V</a:t>
            </a:r>
          </a:p>
        </p:txBody>
      </p:sp>
      <p:pic>
        <p:nvPicPr>
          <p:cNvPr id="11" name="Content Placeholder 10" descr="header.png"/>
          <p:cNvPicPr>
            <a:picLocks noGrp="1" noChangeAspect="1"/>
          </p:cNvPicPr>
          <p:nvPr>
            <p:ph idx="1"/>
          </p:nvPr>
        </p:nvPicPr>
        <p:blipFill>
          <a:blip r:embed="rId3"/>
          <a:stretch>
            <a:fillRect/>
          </a:stretch>
        </p:blipFill>
        <p:spPr>
          <a:xfrm>
            <a:off x="463139" y="0"/>
            <a:ext cx="11335657" cy="1555400"/>
          </a:xfrm>
        </p:spPr>
      </p:pic>
      <p:sp>
        <p:nvSpPr>
          <p:cNvPr id="3" name="Footer Placeholder 2"/>
          <p:cNvSpPr>
            <a:spLocks noGrp="1"/>
          </p:cNvSpPr>
          <p:nvPr>
            <p:ph type="ftr" sz="quarter" idx="11"/>
          </p:nvPr>
        </p:nvSpPr>
        <p:spPr/>
        <p:txBody>
          <a:bodyPr/>
          <a:lstStyle/>
          <a:p>
            <a:r>
              <a:rPr lang="en-US"/>
              <a:t>Project Review - ECE Department</a:t>
            </a:r>
            <a:endParaRPr lang="en-US" dirty="0"/>
          </a:p>
        </p:txBody>
      </p:sp>
      <p:sp>
        <p:nvSpPr>
          <p:cNvPr id="2" name="Slide Number Placeholder 1"/>
          <p:cNvSpPr>
            <a:spLocks noGrp="1"/>
          </p:cNvSpPr>
          <p:nvPr>
            <p:ph type="sldNum" sz="quarter" idx="12"/>
          </p:nvPr>
        </p:nvSpPr>
        <p:spPr/>
        <p:txBody>
          <a:bodyPr/>
          <a:lstStyle/>
          <a:p>
            <a:fld id="{AC9A6755-22B1-5345-8A1C-6EABA9823412}" type="slidenum">
              <a:rPr lang="en-US" smtClean="0"/>
              <a:pPr/>
              <a:t>1</a:t>
            </a:fld>
            <a:endParaRPr lang="en-US" dirty="0"/>
          </a:p>
        </p:txBody>
      </p:sp>
      <p:sp>
        <p:nvSpPr>
          <p:cNvPr id="9" name="Google Shape;211;p1"/>
          <p:cNvSpPr txBox="1">
            <a:spLocks/>
          </p:cNvSpPr>
          <p:nvPr/>
        </p:nvSpPr>
        <p:spPr>
          <a:xfrm>
            <a:off x="5252004" y="3905486"/>
            <a:ext cx="5217876" cy="1605143"/>
          </a:xfrm>
          <a:prstGeom prst="rect">
            <a:avLst/>
          </a:prstGeom>
          <a:noFill/>
          <a:ln>
            <a:noFill/>
          </a:ln>
        </p:spPr>
        <p:txBody>
          <a:bodyPr spcFirstLastPara="1" wrap="square" lIns="0" tIns="0" rIns="0" bIns="0" anchor="ctr" anchorCtr="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buNone/>
            </a:pPr>
            <a:br>
              <a:rPr lang="en-US" dirty="0">
                <a:latin typeface="Franklin Gothic"/>
                <a:ea typeface="Franklin Gothic"/>
                <a:cs typeface="Franklin Gothic"/>
                <a:sym typeface="Franklin Gothic"/>
              </a:rPr>
            </a:br>
            <a:endParaRPr lang="en-US" sz="2400" b="1" dirty="0">
              <a:latin typeface="Franklin Gothic"/>
              <a:ea typeface="Franklin Gothic"/>
              <a:cs typeface="Franklin Gothic"/>
              <a:sym typeface="Franklin Gothic"/>
            </a:endParaRPr>
          </a:p>
          <a:p>
            <a:pPr marL="0" indent="0">
              <a:lnSpc>
                <a:spcPct val="150000"/>
              </a:lnSpc>
              <a:buNone/>
            </a:pPr>
            <a:r>
              <a:rPr lang="en-US" sz="2000" b="1" dirty="0"/>
              <a:t>MANDADI SINDHUJA                          23911A04G5</a:t>
            </a:r>
          </a:p>
          <a:p>
            <a:pPr marL="0" indent="0">
              <a:buNone/>
            </a:pPr>
            <a:r>
              <a:rPr lang="en-US" sz="2000" b="1" dirty="0"/>
              <a:t>DANDU DIVAKAR	                                 23911A04E2</a:t>
            </a:r>
          </a:p>
          <a:p>
            <a:pPr marL="0" indent="0">
              <a:buNone/>
            </a:pPr>
            <a:r>
              <a:rPr lang="en-US" sz="2000" b="1" dirty="0"/>
              <a:t>C.VAMSHI KRISHNA		 23911A04E1        P.CHARAN RAJ                                      23911A04H4</a:t>
            </a:r>
            <a:endParaRPr lang="en-US" sz="2000" b="1" dirty="0">
              <a:cs typeface="Times New Roman" panose="02020603050405020304" pitchFamily="18" charset="0"/>
            </a:endParaRPr>
          </a:p>
          <a:p>
            <a:pPr marL="0" indent="0">
              <a:lnSpc>
                <a:spcPct val="90000"/>
              </a:lnSpc>
              <a:spcBef>
                <a:spcPts val="0"/>
              </a:spcBef>
              <a:buClr>
                <a:schemeClr val="lt2"/>
              </a:buClr>
              <a:buSzPts val="1800"/>
              <a:buNone/>
            </a:pPr>
            <a:endParaRPr lang="en-US" sz="1200" dirty="0">
              <a:latin typeface="Times New Roman" panose="02020603050405020304" pitchFamily="18" charset="0"/>
              <a:ea typeface="Franklin Gothic"/>
              <a:cs typeface="Times New Roman" panose="02020603050405020304" pitchFamily="18" charset="0"/>
              <a:sym typeface="Franklin Gothic"/>
            </a:endParaRPr>
          </a:p>
          <a:p>
            <a:pPr marL="0" indent="0">
              <a:lnSpc>
                <a:spcPct val="90000"/>
              </a:lnSpc>
              <a:spcBef>
                <a:spcPts val="0"/>
              </a:spcBef>
              <a:buClr>
                <a:schemeClr val="lt2"/>
              </a:buClr>
              <a:buSzPts val="1800"/>
              <a:buNone/>
            </a:pPr>
            <a:endParaRPr lang="en-US" sz="1200" dirty="0">
              <a:latin typeface="Times New Roman" panose="02020603050405020304" pitchFamily="18" charset="0"/>
              <a:ea typeface="Franklin Gothic"/>
              <a:cs typeface="Times New Roman" panose="02020603050405020304" pitchFamily="18" charset="0"/>
              <a:sym typeface="Franklin Gothic"/>
            </a:endParaRPr>
          </a:p>
          <a:p>
            <a:pPr marL="0" indent="0">
              <a:buNone/>
            </a:pPr>
            <a:r>
              <a:rPr lang="en-US" sz="2000" b="1" dirty="0">
                <a:latin typeface="Times New Roman" panose="02020603050405020304" pitchFamily="18" charset="0"/>
                <a:ea typeface="Franklin Gothic"/>
                <a:cs typeface="Times New Roman" panose="02020603050405020304" pitchFamily="18" charset="0"/>
                <a:sym typeface="Franklin Gothic"/>
              </a:rPr>
              <a:t> </a:t>
            </a:r>
            <a:endParaRPr lang="en-US" sz="2400" b="1" dirty="0">
              <a:latin typeface="Times New Roman" panose="02020603050405020304" pitchFamily="18" charset="0"/>
              <a:cs typeface="Times New Roman" panose="02020603050405020304" pitchFamily="18" charset="0"/>
            </a:endParaRPr>
          </a:p>
          <a:p>
            <a:pPr marL="0" indent="0">
              <a:lnSpc>
                <a:spcPct val="90000"/>
              </a:lnSpc>
              <a:spcBef>
                <a:spcPts val="0"/>
              </a:spcBef>
              <a:buClr>
                <a:schemeClr val="lt2"/>
              </a:buClr>
              <a:buSzPts val="1800"/>
              <a:buFont typeface="Arial" pitchFamily="34" charset="0"/>
              <a:buNone/>
            </a:pPr>
            <a:endParaRPr lang="en-US" dirty="0"/>
          </a:p>
          <a:p>
            <a:pPr marL="0" indent="0">
              <a:lnSpc>
                <a:spcPct val="90000"/>
              </a:lnSpc>
              <a:spcBef>
                <a:spcPts val="1000"/>
              </a:spcBef>
              <a:buClr>
                <a:schemeClr val="lt2"/>
              </a:buClr>
              <a:buSzPts val="1800"/>
              <a:buFont typeface="Arial" pitchFamily="34" charset="0"/>
              <a:buNone/>
            </a:pPr>
            <a:endParaRPr lang="en-US" dirty="0">
              <a:latin typeface="Franklin Gothic"/>
              <a:ea typeface="Franklin Gothic"/>
              <a:cs typeface="Franklin Gothic"/>
              <a:sym typeface="Franklin Gothic"/>
            </a:endParaRPr>
          </a:p>
        </p:txBody>
      </p:sp>
      <p:sp>
        <p:nvSpPr>
          <p:cNvPr id="10" name="TextBox 9">
            <a:extLst>
              <a:ext uri="{FF2B5EF4-FFF2-40B4-BE49-F238E27FC236}">
                <a16:creationId xmlns:a16="http://schemas.microsoft.com/office/drawing/2014/main" id="{FDA95131-668C-F4DD-BB7E-B3E8531F2E9E}"/>
              </a:ext>
            </a:extLst>
          </p:cNvPr>
          <p:cNvSpPr txBox="1"/>
          <p:nvPr/>
        </p:nvSpPr>
        <p:spPr>
          <a:xfrm>
            <a:off x="0" y="2529543"/>
            <a:ext cx="4056346" cy="1415772"/>
          </a:xfrm>
          <a:prstGeom prst="rect">
            <a:avLst/>
          </a:prstGeom>
          <a:noFill/>
        </p:spPr>
        <p:txBody>
          <a:bodyPr wrap="square">
            <a:spAutoFit/>
          </a:bodyPr>
          <a:lstStyle/>
          <a:p>
            <a:pPr marL="0" indent="0" algn="ctr">
              <a:buNone/>
            </a:pPr>
            <a:endParaRPr lang="en-US" sz="2000" b="1" dirty="0">
              <a:latin typeface="Times New Roman" panose="02020603050405020304" pitchFamily="18" charset="0"/>
              <a:ea typeface="Franklin Gothic"/>
              <a:cs typeface="Times New Roman" panose="02020603050405020304" pitchFamily="18" charset="0"/>
              <a:sym typeface="Franklin Gothic"/>
            </a:endParaRPr>
          </a:p>
          <a:p>
            <a:pPr marL="0" indent="0" algn="ctr">
              <a:buNone/>
            </a:pPr>
            <a:r>
              <a:rPr lang="en-US" sz="2000" b="1" dirty="0">
                <a:latin typeface="Times New Roman" panose="02020603050405020304" pitchFamily="18" charset="0"/>
                <a:ea typeface="Franklin Gothic"/>
                <a:cs typeface="Times New Roman" panose="02020603050405020304" pitchFamily="18" charset="0"/>
                <a:sym typeface="Franklin Gothic"/>
              </a:rPr>
              <a:t>Name of the Guide</a:t>
            </a:r>
            <a:r>
              <a:rPr lang="en-US" sz="2400" b="1" dirty="0">
                <a:latin typeface="Times New Roman" panose="02020603050405020304" pitchFamily="18" charset="0"/>
                <a:ea typeface="Franklin Gothic"/>
                <a:cs typeface="Times New Roman" panose="02020603050405020304" pitchFamily="18" charset="0"/>
                <a:sym typeface="Franklin Gothic"/>
              </a:rPr>
              <a:t>   </a:t>
            </a:r>
          </a:p>
          <a:p>
            <a:pPr algn="ctr"/>
            <a:r>
              <a:rPr lang="en-US" sz="2400" dirty="0"/>
              <a:t>MRS.E.KAVITHA</a:t>
            </a:r>
          </a:p>
          <a:p>
            <a:pPr algn="ctr"/>
            <a:r>
              <a:rPr lang="en-US" sz="1800" dirty="0">
                <a:latin typeface="Times New Roman" panose="02020603050405020304" pitchFamily="18" charset="0"/>
                <a:cs typeface="Times New Roman" panose="02020603050405020304" pitchFamily="18" charset="0"/>
              </a:rPr>
              <a:t>	 </a:t>
            </a:r>
            <a:r>
              <a:rPr lang="en-US" dirty="0"/>
              <a:t>			</a:t>
            </a:r>
            <a:endParaRPr lang="en-US" sz="1800" dirty="0">
              <a:latin typeface="Times New Roman" panose="02020603050405020304" pitchFamily="18" charset="0"/>
              <a:cs typeface="Times New Roman" panose="02020603050405020304" pitchFamily="18" charset="0"/>
            </a:endParaRPr>
          </a:p>
        </p:txBody>
      </p:sp>
      <p:sp>
        <p:nvSpPr>
          <p:cNvPr id="8" name="Title 1"/>
          <p:cNvSpPr txBox="1">
            <a:spLocks/>
          </p:cNvSpPr>
          <p:nvPr/>
        </p:nvSpPr>
        <p:spPr>
          <a:xfrm>
            <a:off x="480753" y="955965"/>
            <a:ext cx="10972800" cy="91110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lang="en-US" sz="4000" dirty="0">
              <a:latin typeface="Times New Roman" panose="02020603050405020304" pitchFamily="18" charset="0"/>
              <a:ea typeface="+mj-ea"/>
              <a:cs typeface="Times New Roman" panose="02020603050405020304" pitchFamily="18" charset="0"/>
            </a:endParaRPr>
          </a:p>
          <a:p>
            <a:pPr lvl="0" algn="ctr">
              <a:spcBef>
                <a:spcPct val="0"/>
              </a:spcBef>
              <a:defRPr/>
            </a:pPr>
            <a:r>
              <a:rPr lang="en-US" sz="4000" b="1" dirty="0"/>
              <a:t>ECG/EEG Signal Analysis using Machine learning</a:t>
            </a:r>
            <a:endParaRPr kumimoji="0" lang="en-US" sz="4000" b="1" u="none" strike="noStrike" kern="1200" cap="none" spc="0" normalizeH="0" baseline="0" noProof="0" dirty="0">
              <a:ln>
                <a:noFill/>
              </a:ln>
              <a:solidFill>
                <a:schemeClr val="tx1"/>
              </a:solidFill>
              <a:effectLst/>
              <a:uLnTx/>
              <a:uFillTx/>
              <a:latin typeface="+mj-lt"/>
              <a:ea typeface="+mj-ea"/>
              <a:cs typeface="+mj-cs"/>
            </a:endParaRPr>
          </a:p>
        </p:txBody>
      </p:sp>
      <p:sp>
        <p:nvSpPr>
          <p:cNvPr id="12" name="TextBox 11"/>
          <p:cNvSpPr txBox="1"/>
          <p:nvPr/>
        </p:nvSpPr>
        <p:spPr>
          <a:xfrm>
            <a:off x="3593742" y="2651540"/>
            <a:ext cx="4267200" cy="1384995"/>
          </a:xfrm>
          <a:prstGeom prst="rect">
            <a:avLst/>
          </a:prstGeom>
          <a:noFill/>
        </p:spPr>
        <p:txBody>
          <a:bodyPr wrap="square" rtlCol="0">
            <a:spAutoFit/>
          </a:bodyPr>
          <a:lstStyle/>
          <a:p>
            <a:pPr>
              <a:lnSpc>
                <a:spcPct val="150000"/>
              </a:lnSpc>
            </a:pPr>
            <a:r>
              <a:rPr lang="en-US" sz="2800" b="1" dirty="0">
                <a:ea typeface="Franklin Gothic"/>
                <a:cs typeface="Franklin Gothic"/>
                <a:sym typeface="Franklin Gothic"/>
              </a:rPr>
              <a:t>                    Batch No:C14</a:t>
            </a:r>
          </a:p>
          <a:p>
            <a:r>
              <a:rPr lang="en-US" sz="2400" b="1" dirty="0">
                <a:latin typeface="Times New Roman" panose="02020603050405020304" pitchFamily="18" charset="0"/>
                <a:ea typeface="Franklin Gothic"/>
                <a:cs typeface="Times New Roman" panose="02020603050405020304" pitchFamily="18" charset="0"/>
                <a:sym typeface="Franklin Gothic"/>
              </a:rPr>
              <a:t>                     Presented By :</a:t>
            </a:r>
          </a:p>
          <a:p>
            <a:endParaRPr lang="en-US" dirty="0"/>
          </a:p>
        </p:txBody>
      </p:sp>
    </p:spTree>
    <p:extLst>
      <p:ext uri="{BB962C8B-B14F-4D97-AF65-F5344CB8AC3E}">
        <p14:creationId xmlns:p14="http://schemas.microsoft.com/office/powerpoint/2010/main" val="33645456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2D8EFBA-D61D-3263-8DE6-ED0CF99D7C5B}"/>
              </a:ext>
            </a:extLst>
          </p:cNvPr>
          <p:cNvSpPr>
            <a:spLocks noGrp="1"/>
          </p:cNvSpPr>
          <p:nvPr>
            <p:ph idx="1"/>
          </p:nvPr>
        </p:nvSpPr>
        <p:spPr>
          <a:xfrm>
            <a:off x="609600" y="2299855"/>
            <a:ext cx="10972800" cy="4059381"/>
          </a:xfrm>
        </p:spPr>
        <p:txBody>
          <a:bodyPr>
            <a:noAutofit/>
          </a:bodyPr>
          <a:lstStyle/>
          <a:p>
            <a:pPr>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ABSTRACT</a:t>
            </a:r>
          </a:p>
          <a:p>
            <a:pPr>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INTRODUCTION</a:t>
            </a:r>
          </a:p>
          <a:p>
            <a:pPr>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LITERATURE SURVEY</a:t>
            </a:r>
          </a:p>
          <a:p>
            <a:pPr>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EXISTING METHODOLOGY</a:t>
            </a:r>
          </a:p>
          <a:p>
            <a:pPr>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PROPOSED METHODOLOGY</a:t>
            </a:r>
          </a:p>
          <a:p>
            <a:pPr>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EXPECTED RESULTS/OUTCOMES</a:t>
            </a:r>
          </a:p>
          <a:p>
            <a:pPr>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CONCLUSION</a:t>
            </a:r>
          </a:p>
          <a:p>
            <a:pPr>
              <a:lnSpc>
                <a:spcPct val="15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REFERNCES</a:t>
            </a:r>
          </a:p>
        </p:txBody>
      </p:sp>
      <p:sp>
        <p:nvSpPr>
          <p:cNvPr id="3" name="Footer Placeholder 2"/>
          <p:cNvSpPr>
            <a:spLocks noGrp="1"/>
          </p:cNvSpPr>
          <p:nvPr>
            <p:ph type="ftr" sz="quarter" idx="11"/>
          </p:nvPr>
        </p:nvSpPr>
        <p:spPr/>
        <p:txBody>
          <a:bodyPr/>
          <a:lstStyle/>
          <a:p>
            <a:r>
              <a:rPr lang="en-US"/>
              <a:t>Project Review - ECE Department</a:t>
            </a:r>
            <a:endParaRPr lang="en-US" dirty="0"/>
          </a:p>
        </p:txBody>
      </p:sp>
      <p:sp>
        <p:nvSpPr>
          <p:cNvPr id="2" name="Slide Number Placeholder 1"/>
          <p:cNvSpPr>
            <a:spLocks noGrp="1"/>
          </p:cNvSpPr>
          <p:nvPr>
            <p:ph type="sldNum" sz="quarter" idx="12"/>
          </p:nvPr>
        </p:nvSpPr>
        <p:spPr/>
        <p:txBody>
          <a:bodyPr/>
          <a:lstStyle/>
          <a:p>
            <a:fld id="{AC9A6755-22B1-5345-8A1C-6EABA9823412}" type="slidenum">
              <a:rPr lang="en-US" smtClean="0"/>
              <a:pPr/>
              <a:t>2</a:t>
            </a:fld>
            <a:endParaRPr lang="en-US"/>
          </a:p>
        </p:txBody>
      </p:sp>
      <p:sp>
        <p:nvSpPr>
          <p:cNvPr id="7" name="TextBox 6">
            <a:extLst>
              <a:ext uri="{FF2B5EF4-FFF2-40B4-BE49-F238E27FC236}">
                <a16:creationId xmlns:a16="http://schemas.microsoft.com/office/drawing/2014/main" id="{1602C500-DE10-E8DC-03FA-7C098550B91A}"/>
              </a:ext>
            </a:extLst>
          </p:cNvPr>
          <p:cNvSpPr txBox="1"/>
          <p:nvPr/>
        </p:nvSpPr>
        <p:spPr>
          <a:xfrm>
            <a:off x="738910" y="1621641"/>
            <a:ext cx="6784474" cy="584775"/>
          </a:xfrm>
          <a:prstGeom prst="rect">
            <a:avLst/>
          </a:prstGeom>
          <a:noFill/>
        </p:spPr>
        <p:txBody>
          <a:bodyPr wrap="square" rtlCol="0">
            <a:spAutoFit/>
          </a:bodyPr>
          <a:lstStyle/>
          <a:p>
            <a:r>
              <a:rPr lang="en-US" sz="3200" b="1" u="sng" dirty="0">
                <a:latin typeface="Times New Roman" panose="02020603050405020304" pitchFamily="18" charset="0"/>
                <a:cs typeface="Times New Roman" panose="02020603050405020304" pitchFamily="18" charset="0"/>
              </a:rPr>
              <a:t>CONTENTS</a:t>
            </a:r>
          </a:p>
        </p:txBody>
      </p:sp>
    </p:spTree>
    <p:extLst>
      <p:ext uri="{BB962C8B-B14F-4D97-AF65-F5344CB8AC3E}">
        <p14:creationId xmlns:p14="http://schemas.microsoft.com/office/powerpoint/2010/main" val="481175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7308" y="1219200"/>
            <a:ext cx="10972800" cy="748145"/>
          </a:xfrm>
        </p:spPr>
        <p:txBody>
          <a:bodyPr>
            <a:normAutofit fontScale="90000"/>
          </a:bodyPr>
          <a:lstStyle/>
          <a:p>
            <a:r>
              <a:rPr lang="en-US" dirty="0">
                <a:latin typeface="Times New Roman" panose="02020603050405020304" pitchFamily="18" charset="0"/>
                <a:cs typeface="Times New Roman" panose="02020603050405020304" pitchFamily="18" charset="0"/>
              </a:rPr>
              <a:t>ABSTRACT</a:t>
            </a:r>
            <a:endParaRPr lang="en-US" dirty="0"/>
          </a:p>
        </p:txBody>
      </p:sp>
      <p:sp>
        <p:nvSpPr>
          <p:cNvPr id="4" name="Footer Placeholder 3"/>
          <p:cNvSpPr>
            <a:spLocks noGrp="1"/>
          </p:cNvSpPr>
          <p:nvPr>
            <p:ph type="ftr" sz="quarter" idx="11"/>
          </p:nvPr>
        </p:nvSpPr>
        <p:spPr>
          <a:xfrm>
            <a:off x="8769927" y="6492875"/>
            <a:ext cx="2526146" cy="365125"/>
          </a:xfrm>
        </p:spPr>
        <p:txBody>
          <a:bodyPr/>
          <a:lstStyle/>
          <a:p>
            <a:r>
              <a:rPr lang="en-US"/>
              <a:t>Project Review - ECE Department</a:t>
            </a:r>
            <a:endParaRPr lang="en-US" dirty="0"/>
          </a:p>
        </p:txBody>
      </p:sp>
      <p:sp>
        <p:nvSpPr>
          <p:cNvPr id="5" name="Slide Number Placeholder 4"/>
          <p:cNvSpPr>
            <a:spLocks noGrp="1"/>
          </p:cNvSpPr>
          <p:nvPr>
            <p:ph type="sldNum" sz="quarter" idx="12"/>
          </p:nvPr>
        </p:nvSpPr>
        <p:spPr/>
        <p:txBody>
          <a:bodyPr/>
          <a:lstStyle/>
          <a:p>
            <a:fld id="{AC9A6755-22B1-5345-8A1C-6EABA9823412}" type="slidenum">
              <a:rPr lang="en-US" smtClean="0"/>
              <a:pPr/>
              <a:t>3</a:t>
            </a:fld>
            <a:endParaRPr lang="en-US"/>
          </a:p>
        </p:txBody>
      </p:sp>
      <p:sp>
        <p:nvSpPr>
          <p:cNvPr id="8" name="Content Placeholder 2"/>
          <p:cNvSpPr>
            <a:spLocks noGrp="1"/>
          </p:cNvSpPr>
          <p:nvPr>
            <p:ph idx="1"/>
          </p:nvPr>
        </p:nvSpPr>
        <p:spPr>
          <a:xfrm>
            <a:off x="609600" y="2022764"/>
            <a:ext cx="10972800" cy="4475018"/>
          </a:xfrm>
        </p:spPr>
        <p:txBody>
          <a:bodyPr>
            <a:noAutofit/>
          </a:bodyPr>
          <a:lstStyle/>
          <a:p>
            <a:r>
              <a:rPr lang="en-US" sz="2000" dirty="0"/>
              <a:t>Electrocardiogram (ECG) and Electroencephalogram (EEG) signals provide critical insights into the physiological state of the human body, particularly in diagnosing cardiac and neurological disorders. This project presents a robust system for analyzing ECG and EEG signals using with Machine Learning (ML) techniques to detect abnormalities and predict health conditions such as cardiac arrhythmias or epileptic seizures. </a:t>
            </a:r>
          </a:p>
          <a:p>
            <a:r>
              <a:rPr lang="en-US" sz="2000" dirty="0"/>
              <a:t>The proposed system begins with preprocessing raw bio signals to remove noise and artifacts. FFT is applied to convert the time-domain signals into the frequency domain, enabling extraction of key spectral features that are difficult to observe directly in the time domain. These features are then fed into supervised machine learning models such as Support Vector Machines (SVM) or Random Forests to classify signal patterns into normal or abnormal categories. </a:t>
            </a:r>
          </a:p>
          <a:p>
            <a:r>
              <a:rPr lang="en-US" sz="2000" dirty="0"/>
              <a:t>Developed using Python (NumPy, SciPy, Scikit-learn, Matplotlib) or MATLAB, the system includes a user-friendly interface that visualizes both the raw and processed signals, along with real-time predictions. </a:t>
            </a:r>
            <a:endParaRPr lang="en-IN" sz="2000" dirty="0">
              <a:effectLst/>
              <a:latin typeface="Calibri" panose="020F0502020204030204" pitchFamily="34" charset="0"/>
              <a:ea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909" y="1133620"/>
            <a:ext cx="10972800" cy="709034"/>
          </a:xfrm>
        </p:spPr>
        <p:txBody>
          <a:bodyPr>
            <a:normAutofit fontScale="90000"/>
          </a:bodyPr>
          <a:lstStyle/>
          <a:p>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AIM&amp;OBJECTIVES</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512618" y="1959956"/>
            <a:ext cx="10972800" cy="4641273"/>
          </a:xfrm>
        </p:spPr>
        <p:txBody>
          <a:bodyPr>
            <a:noAutofit/>
          </a:bodyPr>
          <a:lstStyle/>
          <a:p>
            <a:pPr marL="0" indent="0">
              <a:buNone/>
            </a:pPr>
            <a:r>
              <a:rPr lang="en-US" sz="2000" dirty="0"/>
              <a:t>Electrocardiogram (ECG) and Electroencephalogram (EEG) signals play a vital role in monitoring the electrical activity of the heart and brain.</a:t>
            </a:r>
            <a:br>
              <a:rPr lang="en-US" sz="2000" dirty="0"/>
            </a:br>
            <a:r>
              <a:rPr lang="en-US" sz="2000" dirty="0"/>
              <a:t>• ECG signals help detect cardiac disorders such as arrhythmias and irregular heartbeats.</a:t>
            </a:r>
            <a:br>
              <a:rPr lang="en-US" sz="2000" dirty="0"/>
            </a:br>
            <a:r>
              <a:rPr lang="en-US" sz="2000" dirty="0"/>
              <a:t>• EEG signals assist in identifying neurological conditions like epilepsy and sleep disorders.</a:t>
            </a:r>
            <a:br>
              <a:rPr lang="en-US" sz="2000" dirty="0"/>
            </a:br>
            <a:r>
              <a:rPr lang="en-US" sz="2000" dirty="0"/>
              <a:t>• Manual analysis of these bio signals is challenging, time-consuming, and prone to human error.</a:t>
            </a:r>
            <a:br>
              <a:rPr lang="en-US" sz="2000" dirty="0"/>
            </a:br>
            <a:r>
              <a:rPr lang="en-US" sz="2000" dirty="0"/>
              <a:t>• This project proposes an automated system for accurate and efficient analysis of ECG and EEG signals.</a:t>
            </a:r>
            <a:br>
              <a:rPr lang="en-US" sz="2000" dirty="0"/>
            </a:br>
            <a:r>
              <a:rPr lang="en-US" sz="2000" dirty="0"/>
              <a:t>• Fast Fourier Transform (FFT) is used to convert signals from the time domain to the frequency domain.</a:t>
            </a:r>
            <a:br>
              <a:rPr lang="en-US" sz="2000" dirty="0"/>
            </a:br>
            <a:r>
              <a:rPr lang="en-US" sz="2000" dirty="0"/>
              <a:t>• Frequency-domain features are extracted to capture key signal characteristics.</a:t>
            </a:r>
            <a:br>
              <a:rPr lang="en-US" sz="2000" dirty="0"/>
            </a:br>
            <a:r>
              <a:rPr lang="en-US" sz="2000" dirty="0"/>
              <a:t>• Machine Learning (ML) algorithms such as Support Vector Machine (SVM) and Random Forest are applied for classification.</a:t>
            </a:r>
            <a:br>
              <a:rPr lang="en-US" sz="2000" dirty="0"/>
            </a:br>
            <a:r>
              <a:rPr lang="en-US" sz="2000" dirty="0"/>
              <a:t>• The system is developed using Python or MATLAB, providing a user-friendly interface for real-time visualization and prediction.</a:t>
            </a:r>
            <a:br>
              <a:rPr lang="en-US" sz="2000" dirty="0"/>
            </a:br>
            <a:r>
              <a:rPr lang="en-US" sz="2000" dirty="0"/>
              <a:t>• This approach enables non-invasive, automated, and reliable health monitoring suitable for remote healthcare and wearable devices</a:t>
            </a:r>
            <a:endParaRPr lang="en-US" sz="20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7892471" y="6492875"/>
            <a:ext cx="3860800" cy="365125"/>
          </a:xfrm>
        </p:spPr>
        <p:txBody>
          <a:bodyPr/>
          <a:lstStyle/>
          <a:p>
            <a:r>
              <a:rPr lang="en-US"/>
              <a:t>Project Review - ECE Department</a:t>
            </a:r>
            <a:endParaRPr lang="en-US" dirty="0"/>
          </a:p>
        </p:txBody>
      </p:sp>
      <p:sp>
        <p:nvSpPr>
          <p:cNvPr id="5" name="Slide Number Placeholder 4"/>
          <p:cNvSpPr>
            <a:spLocks noGrp="1"/>
          </p:cNvSpPr>
          <p:nvPr>
            <p:ph type="sldNum" sz="quarter" idx="12"/>
          </p:nvPr>
        </p:nvSpPr>
        <p:spPr/>
        <p:txBody>
          <a:bodyPr/>
          <a:lstStyle/>
          <a:p>
            <a:fld id="{AC9A6755-22B1-5345-8A1C-6EABA9823412}"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230601"/>
            <a:ext cx="10972800" cy="598199"/>
          </a:xfrm>
        </p:spPr>
        <p:txBody>
          <a:bodyPr>
            <a:normAutofit fontScale="90000"/>
          </a:bodyPr>
          <a:lstStyle/>
          <a:p>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EXISTING METHODOLOGY</a:t>
            </a:r>
            <a:br>
              <a:rPr lang="en-US"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609600" y="1856508"/>
            <a:ext cx="10972800" cy="4452851"/>
          </a:xfrm>
        </p:spPr>
        <p:txBody>
          <a:bodyPr>
            <a:normAutofit fontScale="92500" lnSpcReduction="20000"/>
          </a:bodyPr>
          <a:lstStyle/>
          <a:p>
            <a:pPr>
              <a:lnSpc>
                <a:spcPct val="120000"/>
              </a:lnSpc>
            </a:pPr>
            <a:r>
              <a:rPr lang="en-US" sz="2400" dirty="0"/>
              <a:t>Traditional analysis of ECG and EEG signals relied on manual interpretation, which is accurate but time-consuming and requires expert knowledge.</a:t>
            </a:r>
          </a:p>
          <a:p>
            <a:pPr>
              <a:lnSpc>
                <a:spcPct val="120000"/>
              </a:lnSpc>
            </a:pPr>
            <a:r>
              <a:rPr lang="en-US" sz="2400" dirty="0"/>
              <a:t>Time-domain analysis examines raw signals (heart rate intervals, EEG spikes) but can miss subtle patterns and is noise-sensitive.</a:t>
            </a:r>
          </a:p>
          <a:p>
            <a:pPr>
              <a:lnSpc>
                <a:spcPct val="120000"/>
              </a:lnSpc>
            </a:pPr>
            <a:r>
              <a:rPr lang="en-US" sz="2400" dirty="0"/>
              <a:t>Frequency-domain methods like FFT, STFT, and Wavelet Transform reveal hidden patterns and spectral features not visible in the time domain.</a:t>
            </a:r>
          </a:p>
          <a:p>
            <a:pPr>
              <a:lnSpc>
                <a:spcPct val="120000"/>
              </a:lnSpc>
            </a:pPr>
            <a:r>
              <a:rPr lang="en-US" sz="2400" dirty="0"/>
              <a:t>Machine Learning (SVM, Random Forest, Neural Networks) is applied to extracted features to automatically classify signals as normal or abnormal.</a:t>
            </a:r>
          </a:p>
          <a:p>
            <a:pPr>
              <a:lnSpc>
                <a:spcPct val="120000"/>
              </a:lnSpc>
            </a:pPr>
            <a:r>
              <a:rPr lang="en-US" sz="2400" dirty="0"/>
              <a:t>Hybrid approaches combine signal processing + ML (e.g., FFT + CNN) to improve accuracy, robustness, and real-time prediction.</a:t>
            </a:r>
          </a:p>
          <a:p>
            <a:pPr>
              <a:lnSpc>
                <a:spcPct val="120000"/>
              </a:lnSpc>
            </a:pPr>
            <a:r>
              <a:rPr lang="en-US" sz="2400" dirty="0"/>
              <a:t>These advancements enable non-invasive, automated diagnostics, making wearable devices and remote health monitoring possible.</a:t>
            </a:r>
            <a:endParaRPr lang="en-US" sz="2500" dirty="0"/>
          </a:p>
        </p:txBody>
      </p:sp>
      <p:sp>
        <p:nvSpPr>
          <p:cNvPr id="4" name="Footer Placeholder 3"/>
          <p:cNvSpPr>
            <a:spLocks noGrp="1"/>
          </p:cNvSpPr>
          <p:nvPr>
            <p:ph type="ftr" sz="quarter" idx="11"/>
          </p:nvPr>
        </p:nvSpPr>
        <p:spPr/>
        <p:txBody>
          <a:bodyPr/>
          <a:lstStyle/>
          <a:p>
            <a:r>
              <a:rPr lang="en-US"/>
              <a:t>Project Review - ECE Department</a:t>
            </a:r>
            <a:endParaRPr lang="en-US" dirty="0"/>
          </a:p>
        </p:txBody>
      </p:sp>
      <p:sp>
        <p:nvSpPr>
          <p:cNvPr id="5" name="Slide Number Placeholder 4"/>
          <p:cNvSpPr>
            <a:spLocks noGrp="1"/>
          </p:cNvSpPr>
          <p:nvPr>
            <p:ph type="sldNum" sz="quarter" idx="12"/>
          </p:nvPr>
        </p:nvSpPr>
        <p:spPr/>
        <p:txBody>
          <a:bodyPr/>
          <a:lstStyle/>
          <a:p>
            <a:fld id="{AC9A6755-22B1-5345-8A1C-6EABA9823412}" type="slidenum">
              <a:rPr lang="en-US" smtClean="0"/>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DD8AB-55AC-0476-C726-3AB5A79C3B66}"/>
              </a:ext>
            </a:extLst>
          </p:cNvPr>
          <p:cNvSpPr>
            <a:spLocks noGrp="1"/>
          </p:cNvSpPr>
          <p:nvPr>
            <p:ph type="title"/>
          </p:nvPr>
        </p:nvSpPr>
        <p:spPr>
          <a:xfrm>
            <a:off x="609600" y="136514"/>
            <a:ext cx="10972800" cy="1281124"/>
          </a:xfrm>
        </p:spPr>
        <p:txBody>
          <a:bodyPr>
            <a:normAutofit fontScale="90000"/>
          </a:bodyPr>
          <a:lstStyle/>
          <a:p>
            <a:r>
              <a:rPr lang="en-IN" dirty="0"/>
              <a:t>                                          </a:t>
            </a: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br>
              <a:rPr lang="en-IN" dirty="0"/>
            </a:br>
            <a:endParaRPr lang="en-IN" dirty="0"/>
          </a:p>
        </p:txBody>
      </p:sp>
      <p:pic>
        <p:nvPicPr>
          <p:cNvPr id="7" name="Content Placeholder 6">
            <a:extLst>
              <a:ext uri="{FF2B5EF4-FFF2-40B4-BE49-F238E27FC236}">
                <a16:creationId xmlns:a16="http://schemas.microsoft.com/office/drawing/2014/main" id="{A9B3BCB7-C00F-335D-2FBE-08553DCB8B5F}"/>
              </a:ext>
            </a:extLst>
          </p:cNvPr>
          <p:cNvPicPr>
            <a:picLocks noGrp="1" noChangeAspect="1"/>
          </p:cNvPicPr>
          <p:nvPr>
            <p:ph idx="1"/>
          </p:nvPr>
        </p:nvPicPr>
        <p:blipFill>
          <a:blip r:embed="rId2"/>
          <a:stretch>
            <a:fillRect/>
          </a:stretch>
        </p:blipFill>
        <p:spPr>
          <a:xfrm>
            <a:off x="1950719" y="1920240"/>
            <a:ext cx="8839201" cy="4452697"/>
          </a:xfrm>
          <a:prstGeom prst="rect">
            <a:avLst/>
          </a:prstGeom>
        </p:spPr>
      </p:pic>
      <p:sp>
        <p:nvSpPr>
          <p:cNvPr id="4" name="Footer Placeholder 3">
            <a:extLst>
              <a:ext uri="{FF2B5EF4-FFF2-40B4-BE49-F238E27FC236}">
                <a16:creationId xmlns:a16="http://schemas.microsoft.com/office/drawing/2014/main" id="{8049F975-F3D8-3CE7-DC37-738C6C8116A9}"/>
              </a:ext>
            </a:extLst>
          </p:cNvPr>
          <p:cNvSpPr>
            <a:spLocks noGrp="1"/>
          </p:cNvSpPr>
          <p:nvPr>
            <p:ph type="ftr" sz="quarter" idx="11"/>
          </p:nvPr>
        </p:nvSpPr>
        <p:spPr/>
        <p:txBody>
          <a:bodyPr/>
          <a:lstStyle/>
          <a:p>
            <a:r>
              <a:rPr lang="en-US"/>
              <a:t>Project Review - ECE Department</a:t>
            </a:r>
          </a:p>
        </p:txBody>
      </p:sp>
      <p:sp>
        <p:nvSpPr>
          <p:cNvPr id="5" name="Slide Number Placeholder 4">
            <a:extLst>
              <a:ext uri="{FF2B5EF4-FFF2-40B4-BE49-F238E27FC236}">
                <a16:creationId xmlns:a16="http://schemas.microsoft.com/office/drawing/2014/main" id="{25AD18BE-F748-F5EB-8715-3EAECEB7CB60}"/>
              </a:ext>
            </a:extLst>
          </p:cNvPr>
          <p:cNvSpPr>
            <a:spLocks noGrp="1"/>
          </p:cNvSpPr>
          <p:nvPr>
            <p:ph type="sldNum" sz="quarter" idx="12"/>
          </p:nvPr>
        </p:nvSpPr>
        <p:spPr/>
        <p:txBody>
          <a:bodyPr/>
          <a:lstStyle/>
          <a:p>
            <a:fld id="{AC9A6755-22B1-5345-8A1C-6EABA9823412}" type="slidenum">
              <a:rPr lang="en-US" smtClean="0"/>
              <a:pPr/>
              <a:t>6</a:t>
            </a:fld>
            <a:endParaRPr lang="en-US"/>
          </a:p>
        </p:txBody>
      </p:sp>
      <p:sp>
        <p:nvSpPr>
          <p:cNvPr id="8" name="TextBox 7">
            <a:extLst>
              <a:ext uri="{FF2B5EF4-FFF2-40B4-BE49-F238E27FC236}">
                <a16:creationId xmlns:a16="http://schemas.microsoft.com/office/drawing/2014/main" id="{AF4151B6-701B-ACCC-613A-341074F5CD97}"/>
              </a:ext>
            </a:extLst>
          </p:cNvPr>
          <p:cNvSpPr txBox="1"/>
          <p:nvPr/>
        </p:nvSpPr>
        <p:spPr>
          <a:xfrm>
            <a:off x="3606800" y="1299607"/>
            <a:ext cx="4836160"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BLOCK DIAGRAM</a:t>
            </a:r>
          </a:p>
        </p:txBody>
      </p:sp>
    </p:spTree>
    <p:extLst>
      <p:ext uri="{BB962C8B-B14F-4D97-AF65-F5344CB8AC3E}">
        <p14:creationId xmlns:p14="http://schemas.microsoft.com/office/powerpoint/2010/main" val="3106813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4182" y="1244456"/>
            <a:ext cx="10972800" cy="653617"/>
          </a:xfrm>
        </p:spPr>
        <p:txBody>
          <a:bodyPr>
            <a:normAutofit fontScale="90000"/>
          </a:bodyPr>
          <a:lstStyle/>
          <a:p>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PROPOSED METHODOLOGY</a:t>
            </a:r>
            <a:br>
              <a:rPr lang="en-US"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581891" y="2015842"/>
            <a:ext cx="10972800" cy="4525963"/>
          </a:xfrm>
        </p:spPr>
        <p:txBody>
          <a:bodyPr>
            <a:normAutofit/>
          </a:bodyPr>
          <a:lstStyle/>
          <a:p>
            <a:r>
              <a:rPr lang="en-US" sz="2000" dirty="0"/>
              <a:t>Collect ECG and EEG signals from sensors or reliable datasets.</a:t>
            </a:r>
          </a:p>
          <a:p>
            <a:r>
              <a:rPr lang="en-US" sz="2000" dirty="0"/>
              <a:t>Clean the signals to remove noise and artifacts, ensuring high-quality data.</a:t>
            </a:r>
          </a:p>
          <a:p>
            <a:r>
              <a:rPr lang="en-US" sz="2000" dirty="0"/>
              <a:t>Transform signals to the frequency domain using FFT to uncover hidden patterns.</a:t>
            </a:r>
          </a:p>
          <a:p>
            <a:r>
              <a:rPr lang="en-US" sz="2000" dirty="0"/>
              <a:t>Extract key spectral features that capture vital cardiac and neurological information.</a:t>
            </a:r>
          </a:p>
          <a:p>
            <a:r>
              <a:rPr lang="en-US" sz="2000" dirty="0"/>
              <a:t>Feed these features into machine learning models (SVM, Random Forest) for accurate classification.</a:t>
            </a:r>
          </a:p>
          <a:p>
            <a:r>
              <a:rPr lang="en-US" sz="2000" dirty="0"/>
              <a:t>Visualize both raw and processed signals through an intuitive interface.</a:t>
            </a:r>
          </a:p>
          <a:p>
            <a:r>
              <a:rPr lang="en-US" sz="2000" dirty="0"/>
              <a:t>Provide real-time predictions for early detection of cardiac or neurological abnormalities.</a:t>
            </a:r>
          </a:p>
          <a:p>
            <a:r>
              <a:rPr lang="en-US" sz="2000" dirty="0"/>
              <a:t>Enable applications in wearable devices, remote healthcare, and proactive patient monitoring.</a:t>
            </a:r>
          </a:p>
        </p:txBody>
      </p:sp>
      <p:sp>
        <p:nvSpPr>
          <p:cNvPr id="4" name="Footer Placeholder 3"/>
          <p:cNvSpPr>
            <a:spLocks noGrp="1"/>
          </p:cNvSpPr>
          <p:nvPr>
            <p:ph type="ftr" sz="quarter" idx="11"/>
          </p:nvPr>
        </p:nvSpPr>
        <p:spPr>
          <a:xfrm>
            <a:off x="6340764" y="6492875"/>
            <a:ext cx="3860800" cy="365125"/>
          </a:xfrm>
        </p:spPr>
        <p:txBody>
          <a:bodyPr/>
          <a:lstStyle/>
          <a:p>
            <a:r>
              <a:rPr lang="en-US"/>
              <a:t>Project Review - ECE Department</a:t>
            </a:r>
            <a:endParaRPr lang="en-US" dirty="0"/>
          </a:p>
        </p:txBody>
      </p:sp>
      <p:sp>
        <p:nvSpPr>
          <p:cNvPr id="5" name="Slide Number Placeholder 4"/>
          <p:cNvSpPr>
            <a:spLocks noGrp="1"/>
          </p:cNvSpPr>
          <p:nvPr>
            <p:ph type="sldNum" sz="quarter" idx="12"/>
          </p:nvPr>
        </p:nvSpPr>
        <p:spPr/>
        <p:txBody>
          <a:bodyPr/>
          <a:lstStyle/>
          <a:p>
            <a:fld id="{AC9A6755-22B1-5345-8A1C-6EABA9823412}"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486FF-C2C2-064B-A9FD-6A97117DA4AA}"/>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9FB57D01-7D8E-0898-6B93-B482BF508950}"/>
              </a:ext>
            </a:extLst>
          </p:cNvPr>
          <p:cNvSpPr>
            <a:spLocks noGrp="1"/>
          </p:cNvSpPr>
          <p:nvPr>
            <p:ph type="ftr" sz="quarter" idx="11"/>
          </p:nvPr>
        </p:nvSpPr>
        <p:spPr>
          <a:xfrm>
            <a:off x="6340764" y="6492875"/>
            <a:ext cx="3860800" cy="365125"/>
          </a:xfrm>
        </p:spPr>
        <p:txBody>
          <a:bodyPr/>
          <a:lstStyle/>
          <a:p>
            <a:r>
              <a:rPr lang="en-US"/>
              <a:t>Project Review - ECE Department</a:t>
            </a:r>
            <a:endParaRPr lang="en-US" dirty="0"/>
          </a:p>
        </p:txBody>
      </p:sp>
      <p:sp>
        <p:nvSpPr>
          <p:cNvPr id="5" name="Slide Number Placeholder 4">
            <a:extLst>
              <a:ext uri="{FF2B5EF4-FFF2-40B4-BE49-F238E27FC236}">
                <a16:creationId xmlns:a16="http://schemas.microsoft.com/office/drawing/2014/main" id="{7786BCB8-19F2-6789-4D9E-5BAC89FE71B1}"/>
              </a:ext>
            </a:extLst>
          </p:cNvPr>
          <p:cNvSpPr>
            <a:spLocks noGrp="1"/>
          </p:cNvSpPr>
          <p:nvPr>
            <p:ph type="sldNum" sz="quarter" idx="12"/>
          </p:nvPr>
        </p:nvSpPr>
        <p:spPr/>
        <p:txBody>
          <a:bodyPr/>
          <a:lstStyle/>
          <a:p>
            <a:fld id="{AC9A6755-22B1-5345-8A1C-6EABA9823412}" type="slidenum">
              <a:rPr lang="en-US" smtClean="0"/>
              <a:pPr/>
              <a:t>8</a:t>
            </a:fld>
            <a:endParaRPr lang="en-US"/>
          </a:p>
        </p:txBody>
      </p:sp>
      <p:pic>
        <p:nvPicPr>
          <p:cNvPr id="1026" name="Picture 2" descr="C:\Users\one\Downloads\WhatsApp Image 2025-10-09 at 19.25.09.jpeg"/>
          <p:cNvPicPr>
            <a:picLocks noChangeAspect="1" noChangeArrowheads="1"/>
          </p:cNvPicPr>
          <p:nvPr/>
        </p:nvPicPr>
        <p:blipFill>
          <a:blip r:embed="rId2"/>
          <a:srcRect/>
          <a:stretch>
            <a:fillRect/>
          </a:stretch>
        </p:blipFill>
        <p:spPr bwMode="auto">
          <a:xfrm>
            <a:off x="2499360" y="1158240"/>
            <a:ext cx="6385560" cy="5410200"/>
          </a:xfrm>
          <a:prstGeom prst="rect">
            <a:avLst/>
          </a:prstGeom>
          <a:noFill/>
        </p:spPr>
      </p:pic>
    </p:spTree>
    <p:extLst>
      <p:ext uri="{BB962C8B-B14F-4D97-AF65-F5344CB8AC3E}">
        <p14:creationId xmlns:p14="http://schemas.microsoft.com/office/powerpoint/2010/main" val="2031607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7309" y="1161329"/>
            <a:ext cx="10972800" cy="473507"/>
          </a:xfrm>
        </p:spPr>
        <p:txBody>
          <a:bodyPr>
            <a:normAutofit fontScale="90000"/>
          </a:bodyPr>
          <a:lstStyle/>
          <a:p>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EXPECTED RESULTS/OUTCOMES</a:t>
            </a:r>
            <a:br>
              <a:rPr lang="en-US"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609600" y="1911927"/>
            <a:ext cx="10972800" cy="4572000"/>
          </a:xfrm>
        </p:spPr>
        <p:txBody>
          <a:bodyPr/>
          <a:lstStyle/>
          <a:p>
            <a:r>
              <a:rPr lang="en-US" dirty="0"/>
              <a:t>Classify signals accurately into normal and abnormal patterns.</a:t>
            </a:r>
          </a:p>
          <a:p>
            <a:r>
              <a:rPr lang="en-US" dirty="0"/>
              <a:t>Provide real-time visualizations and predictions for early detection.</a:t>
            </a:r>
          </a:p>
          <a:p>
            <a:r>
              <a:rPr lang="en-US" dirty="0"/>
              <a:t>Extract meaningful features from ECG and EEG signals.</a:t>
            </a:r>
          </a:p>
          <a:p>
            <a:pPr>
              <a:buNone/>
            </a:pPr>
            <a:endParaRPr lang="en-US" dirty="0"/>
          </a:p>
          <a:p>
            <a:pPr marL="0" indent="0" algn="ctr">
              <a:buNone/>
            </a:pPr>
            <a:endParaRPr lang="en-US" dirty="0"/>
          </a:p>
        </p:txBody>
      </p:sp>
      <p:sp>
        <p:nvSpPr>
          <p:cNvPr id="4" name="Footer Placeholder 3"/>
          <p:cNvSpPr>
            <a:spLocks noGrp="1"/>
          </p:cNvSpPr>
          <p:nvPr>
            <p:ph type="ftr" sz="quarter" idx="11"/>
          </p:nvPr>
        </p:nvSpPr>
        <p:spPr>
          <a:xfrm>
            <a:off x="7490691" y="6492875"/>
            <a:ext cx="3860800" cy="365125"/>
          </a:xfrm>
        </p:spPr>
        <p:txBody>
          <a:bodyPr/>
          <a:lstStyle/>
          <a:p>
            <a:r>
              <a:rPr lang="en-US"/>
              <a:t>Project Review - ECE Department</a:t>
            </a:r>
            <a:endParaRPr lang="en-US" dirty="0"/>
          </a:p>
        </p:txBody>
      </p:sp>
      <p:sp>
        <p:nvSpPr>
          <p:cNvPr id="5" name="Slide Number Placeholder 4"/>
          <p:cNvSpPr>
            <a:spLocks noGrp="1"/>
          </p:cNvSpPr>
          <p:nvPr>
            <p:ph type="sldNum" sz="quarter" idx="12"/>
          </p:nvPr>
        </p:nvSpPr>
        <p:spPr/>
        <p:txBody>
          <a:bodyPr/>
          <a:lstStyle/>
          <a:p>
            <a:fld id="{AC9A6755-22B1-5345-8A1C-6EABA9823412}"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75183"/>
            <a:ext cx="10972800" cy="487362"/>
          </a:xfrm>
        </p:spPr>
        <p:txBody>
          <a:bodyPr>
            <a:normAutofit fontScale="90000"/>
          </a:bodyPr>
          <a:lstStyle/>
          <a:p>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CONCLUSION</a:t>
            </a:r>
            <a:br>
              <a:rPr lang="en-US"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609600" y="1731818"/>
            <a:ext cx="10972800" cy="4710546"/>
          </a:xfrm>
        </p:spPr>
        <p:txBody>
          <a:bodyPr/>
          <a:lstStyle/>
          <a:p>
            <a:r>
              <a:rPr lang="en-US" sz="2400" dirty="0"/>
              <a:t>The project demonstrates a </a:t>
            </a:r>
            <a:r>
              <a:rPr lang="en-US" sz="2400" b="1" dirty="0"/>
              <a:t>robust approach</a:t>
            </a:r>
            <a:r>
              <a:rPr lang="en-US" sz="2400" dirty="0"/>
              <a:t> to analyzing ECG and EEG signals using Machine learning.</a:t>
            </a:r>
          </a:p>
          <a:p>
            <a:r>
              <a:rPr lang="en-US" sz="2400" dirty="0"/>
              <a:t>Expected to enable </a:t>
            </a:r>
            <a:r>
              <a:rPr lang="en-US" sz="2400" b="1" dirty="0"/>
              <a:t>accurate detection</a:t>
            </a:r>
            <a:r>
              <a:rPr lang="en-US" sz="2400" dirty="0"/>
              <a:t> of cardiac and neurological abnormalities.</a:t>
            </a:r>
          </a:p>
          <a:p>
            <a:r>
              <a:rPr lang="en-US" sz="2400" dirty="0"/>
              <a:t>Has potential for </a:t>
            </a:r>
            <a:r>
              <a:rPr lang="en-US" sz="2400" b="1" dirty="0"/>
              <a:t>real-time monitoring</a:t>
            </a:r>
            <a:r>
              <a:rPr lang="en-US" sz="2400" dirty="0"/>
              <a:t>, wearable devices, and remote healthcare applications.</a:t>
            </a:r>
          </a:p>
          <a:p>
            <a:r>
              <a:rPr lang="en-US" sz="2400" dirty="0"/>
              <a:t>Lays the foundation for a </a:t>
            </a:r>
            <a:r>
              <a:rPr lang="en-US" sz="2400" b="1" dirty="0"/>
              <a:t>non-invasive, automated diagnostic tool</a:t>
            </a:r>
            <a:r>
              <a:rPr lang="en-US" sz="2400" dirty="0"/>
              <a:t> in the future.</a:t>
            </a:r>
          </a:p>
          <a:p>
            <a:pPr marL="0" indent="0">
              <a:buNone/>
            </a:pPr>
            <a:endParaRPr lang="en-US" dirty="0"/>
          </a:p>
        </p:txBody>
      </p:sp>
      <p:sp>
        <p:nvSpPr>
          <p:cNvPr id="4" name="Footer Placeholder 3"/>
          <p:cNvSpPr>
            <a:spLocks noGrp="1"/>
          </p:cNvSpPr>
          <p:nvPr>
            <p:ph type="ftr" sz="quarter" idx="11"/>
          </p:nvPr>
        </p:nvSpPr>
        <p:spPr>
          <a:xfrm>
            <a:off x="7546109" y="6492875"/>
            <a:ext cx="3860800" cy="365125"/>
          </a:xfrm>
        </p:spPr>
        <p:txBody>
          <a:bodyPr/>
          <a:lstStyle/>
          <a:p>
            <a:r>
              <a:rPr lang="en-US"/>
              <a:t>Project Review - ECE Department</a:t>
            </a:r>
            <a:endParaRPr lang="en-US" dirty="0"/>
          </a:p>
        </p:txBody>
      </p:sp>
      <p:sp>
        <p:nvSpPr>
          <p:cNvPr id="5" name="Slide Number Placeholder 4"/>
          <p:cNvSpPr>
            <a:spLocks noGrp="1"/>
          </p:cNvSpPr>
          <p:nvPr>
            <p:ph type="sldNum" sz="quarter" idx="12"/>
          </p:nvPr>
        </p:nvSpPr>
        <p:spPr/>
        <p:txBody>
          <a:bodyPr/>
          <a:lstStyle/>
          <a:p>
            <a:fld id="{AC9A6755-22B1-5345-8A1C-6EABA9823412}"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436" y="1122218"/>
            <a:ext cx="10972800" cy="401782"/>
          </a:xfrm>
        </p:spPr>
        <p:txBody>
          <a:bodyPr>
            <a:normAutofit fontScale="90000"/>
          </a:bodyPr>
          <a:lstStyle/>
          <a:p>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REFERNCES</a:t>
            </a:r>
            <a:br>
              <a:rPr lang="en-US"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609600" y="1690255"/>
            <a:ext cx="10972800" cy="4946071"/>
          </a:xfrm>
        </p:spPr>
        <p:txBody>
          <a:bodyPr>
            <a:normAutofit/>
          </a:bodyPr>
          <a:lstStyle/>
          <a:p>
            <a:r>
              <a:rPr lang="en-US" sz="2000" dirty="0"/>
              <a:t>Clifford, G. D., </a:t>
            </a:r>
            <a:r>
              <a:rPr lang="en-US" sz="2000" dirty="0" err="1"/>
              <a:t>Azuaje</a:t>
            </a:r>
            <a:r>
              <a:rPr lang="en-US" sz="2000" dirty="0"/>
              <a:t>, F., &amp; </a:t>
            </a:r>
            <a:r>
              <a:rPr lang="en-US" sz="2000" dirty="0" err="1"/>
              <a:t>McSharry</a:t>
            </a:r>
            <a:r>
              <a:rPr lang="en-US" sz="2000" dirty="0"/>
              <a:t>, P. (2006). </a:t>
            </a:r>
            <a:r>
              <a:rPr lang="en-US" sz="2000" i="1" dirty="0"/>
              <a:t>Advanced Methods and Tools for ECG Data Analysis.</a:t>
            </a:r>
            <a:r>
              <a:rPr lang="en-US" sz="2000" dirty="0"/>
              <a:t> </a:t>
            </a:r>
            <a:r>
              <a:rPr lang="en-US" sz="2000" dirty="0" err="1"/>
              <a:t>Artech</a:t>
            </a:r>
            <a:r>
              <a:rPr lang="en-US" sz="2000" dirty="0"/>
              <a:t> House.</a:t>
            </a:r>
          </a:p>
          <a:p>
            <a:r>
              <a:rPr lang="en-US" sz="2000" dirty="0" err="1"/>
              <a:t>Niedermeyer</a:t>
            </a:r>
            <a:r>
              <a:rPr lang="en-US" sz="2000" dirty="0"/>
              <a:t>, E., &amp; </a:t>
            </a:r>
            <a:r>
              <a:rPr lang="en-US" sz="2000" dirty="0" err="1"/>
              <a:t>da</a:t>
            </a:r>
            <a:r>
              <a:rPr lang="en-US" sz="2000" dirty="0"/>
              <a:t> Silva, F. L. (2005). </a:t>
            </a:r>
            <a:r>
              <a:rPr lang="en-US" sz="2000" i="1" dirty="0"/>
              <a:t>Electroencephalography: Basic Principles, Clinical Applications, and Related Fields.</a:t>
            </a:r>
            <a:r>
              <a:rPr lang="en-US" sz="2000" dirty="0"/>
              <a:t> Lippincott Williams &amp; Wilkins.</a:t>
            </a:r>
          </a:p>
          <a:p>
            <a:r>
              <a:rPr lang="en-US" sz="2000" dirty="0" err="1"/>
              <a:t>Acharya</a:t>
            </a:r>
            <a:r>
              <a:rPr lang="en-US" sz="2000" dirty="0"/>
              <a:t>, U. R., et al. (2017). </a:t>
            </a:r>
            <a:r>
              <a:rPr lang="en-US" sz="2000" i="1" dirty="0"/>
              <a:t>Automated detection of arrhythmias using ECG signals.</a:t>
            </a:r>
            <a:r>
              <a:rPr lang="en-US" sz="2000" dirty="0"/>
              <a:t> Computers in Biology and Medicine, 89, 389–396.</a:t>
            </a:r>
          </a:p>
          <a:p>
            <a:r>
              <a:rPr lang="en-US" sz="2000" dirty="0"/>
              <a:t>Python Libraries: NumPy, SciPy, Scikit-learn, Matplotlib.</a:t>
            </a:r>
          </a:p>
          <a:p>
            <a:r>
              <a:rPr lang="en-US" sz="2000" dirty="0"/>
              <a:t>MATLAB Signal Processing Toolbox Documentation.</a:t>
            </a:r>
          </a:p>
          <a:p>
            <a:endParaRPr lang="en-US" sz="2000" dirty="0"/>
          </a:p>
        </p:txBody>
      </p:sp>
      <p:sp>
        <p:nvSpPr>
          <p:cNvPr id="4" name="Footer Placeholder 3"/>
          <p:cNvSpPr>
            <a:spLocks noGrp="1"/>
          </p:cNvSpPr>
          <p:nvPr>
            <p:ph type="ftr" sz="quarter" idx="11"/>
          </p:nvPr>
        </p:nvSpPr>
        <p:spPr>
          <a:xfrm>
            <a:off x="7061200" y="6492875"/>
            <a:ext cx="3860800" cy="365125"/>
          </a:xfrm>
        </p:spPr>
        <p:txBody>
          <a:bodyPr/>
          <a:lstStyle/>
          <a:p>
            <a:r>
              <a:rPr lang="en-US"/>
              <a:t>Project Review - ECE Department</a:t>
            </a:r>
            <a:endParaRPr lang="en-US" dirty="0"/>
          </a:p>
        </p:txBody>
      </p:sp>
      <p:sp>
        <p:nvSpPr>
          <p:cNvPr id="5" name="Slide Number Placeholder 4"/>
          <p:cNvSpPr>
            <a:spLocks noGrp="1"/>
          </p:cNvSpPr>
          <p:nvPr>
            <p:ph type="sldNum" sz="quarter" idx="12"/>
          </p:nvPr>
        </p:nvSpPr>
        <p:spPr/>
        <p:txBody>
          <a:bodyPr/>
          <a:lstStyle/>
          <a:p>
            <a:fld id="{AC9A6755-22B1-5345-8A1C-6EABA9823412}" type="slidenum">
              <a:rPr lang="en-US" smtClean="0"/>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ctr">
              <a:buNone/>
            </a:pPr>
            <a:endParaRPr lang="en-US" sz="6000" dirty="0">
              <a:latin typeface="Agency FB" pitchFamily="34" charset="0"/>
            </a:endParaRPr>
          </a:p>
          <a:p>
            <a:pPr algn="ctr">
              <a:buNone/>
            </a:pPr>
            <a:r>
              <a:rPr lang="en-US" sz="8800" dirty="0">
                <a:solidFill>
                  <a:srgbClr val="C00000"/>
                </a:solidFill>
                <a:latin typeface="Bell MT" pitchFamily="18" charset="0"/>
              </a:rPr>
              <a:t>Thank you</a:t>
            </a:r>
          </a:p>
        </p:txBody>
      </p:sp>
      <p:sp>
        <p:nvSpPr>
          <p:cNvPr id="4" name="Footer Placeholder 3"/>
          <p:cNvSpPr>
            <a:spLocks noGrp="1"/>
          </p:cNvSpPr>
          <p:nvPr>
            <p:ph type="ftr" sz="quarter" idx="11"/>
          </p:nvPr>
        </p:nvSpPr>
        <p:spPr/>
        <p:txBody>
          <a:bodyPr/>
          <a:lstStyle/>
          <a:p>
            <a:r>
              <a:rPr lang="en-US"/>
              <a:t>Project Review - ECE Department</a:t>
            </a:r>
            <a:endParaRPr lang="en-US" dirty="0"/>
          </a:p>
        </p:txBody>
      </p:sp>
      <p:sp>
        <p:nvSpPr>
          <p:cNvPr id="5" name="Slide Number Placeholder 4"/>
          <p:cNvSpPr>
            <a:spLocks noGrp="1"/>
          </p:cNvSpPr>
          <p:nvPr>
            <p:ph type="sldNum" sz="quarter" idx="12"/>
          </p:nvPr>
        </p:nvSpPr>
        <p:spPr/>
        <p:txBody>
          <a:bodyPr/>
          <a:lstStyle/>
          <a:p>
            <a:fld id="{AC9A6755-22B1-5345-8A1C-6EABA9823412}" type="slidenum">
              <a:rPr lang="en-US" smtClean="0"/>
              <a:pPr/>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13230</TotalTime>
  <Words>993</Words>
  <Application>Microsoft Office PowerPoint</Application>
  <PresentationFormat>Widescreen</PresentationFormat>
  <Paragraphs>91</Paragraphs>
  <Slides>12</Slides>
  <Notes>1</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12</vt:i4>
      </vt:variant>
    </vt:vector>
  </HeadingPairs>
  <TitlesOfParts>
    <vt:vector size="22" baseType="lpstr">
      <vt:lpstr>Agency FB</vt:lpstr>
      <vt:lpstr>Arial</vt:lpstr>
      <vt:lpstr>Bell MT</vt:lpstr>
      <vt:lpstr>Calibri</vt:lpstr>
      <vt:lpstr>Franklin Gothic</vt:lpstr>
      <vt:lpstr>Times New Roman</vt:lpstr>
      <vt:lpstr>Wingdings</vt:lpstr>
      <vt:lpstr>Office Theme</vt:lpstr>
      <vt:lpstr>1_Custom Design</vt:lpstr>
      <vt:lpstr>Custom Design</vt:lpstr>
      <vt:lpstr>V</vt:lpstr>
      <vt:lpstr>PowerPoint Presentation</vt:lpstr>
      <vt:lpstr>ABSTRACT</vt:lpstr>
      <vt:lpstr>  AIM&amp;OBJECTIVES  </vt:lpstr>
      <vt:lpstr> EXISTING METHODOLOGY </vt:lpstr>
      <vt:lpstr>                                                              </vt:lpstr>
      <vt:lpstr> PROPOSED METHODOLOGY </vt:lpstr>
      <vt:lpstr>PowerPoint Presentation</vt:lpstr>
      <vt:lpstr> EXPECTED RESULTS/OUTCOMES </vt:lpstr>
      <vt:lpstr> CONCLUSION </vt:lpstr>
      <vt:lpstr> REFERNCES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AGRICULTURE</dc:title>
  <dc:creator>RAHULCH</dc:creator>
  <cp:lastModifiedBy>Kota sai</cp:lastModifiedBy>
  <cp:revision>1091</cp:revision>
  <dcterms:created xsi:type="dcterms:W3CDTF">2021-12-13T06:27:59Z</dcterms:created>
  <dcterms:modified xsi:type="dcterms:W3CDTF">2026-04-09T03:49:52Z</dcterms:modified>
</cp:coreProperties>
</file>